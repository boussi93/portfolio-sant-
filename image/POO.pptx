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77" r:id="rId3"/>
    <p:sldId id="268" r:id="rId4"/>
    <p:sldId id="258" r:id="rId5"/>
    <p:sldId id="269" r:id="rId6"/>
    <p:sldId id="274" r:id="rId7"/>
    <p:sldId id="278" r:id="rId8"/>
    <p:sldId id="275" r:id="rId9"/>
    <p:sldId id="281" r:id="rId10"/>
    <p:sldId id="270" r:id="rId11"/>
    <p:sldId id="271" r:id="rId12"/>
    <p:sldId id="282" r:id="rId13"/>
    <p:sldId id="272" r:id="rId14"/>
    <p:sldId id="280" r:id="rId15"/>
    <p:sldId id="279" r:id="rId16"/>
    <p:sldId id="273" r:id="rId17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7010" autoAdjust="0"/>
  </p:normalViewPr>
  <p:slideViewPr>
    <p:cSldViewPr snapToGrid="0">
      <p:cViewPr varScale="1">
        <p:scale>
          <a:sx n="73" d="100"/>
          <a:sy n="73" d="100"/>
        </p:scale>
        <p:origin x="11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57" name="Google Shape;508;p13"/>
          <p:cNvGrpSpPr/>
          <p:nvPr/>
        </p:nvGrpSpPr>
        <p:grpSpPr>
          <a:xfrm>
            <a:off x="-693000" y="2711880"/>
            <a:ext cx="1981440" cy="3308400"/>
            <a:chOff x="-693000" y="2711880"/>
            <a:chExt cx="1981440" cy="3308400"/>
          </a:xfrm>
        </p:grpSpPr>
        <p:sp>
          <p:nvSpPr>
            <p:cNvPr id="158" name="Google Shape;509;p13"/>
            <p:cNvSpPr/>
            <p:nvPr/>
          </p:nvSpPr>
          <p:spPr>
            <a:xfrm flipH="1">
              <a:off x="-504720" y="4279320"/>
              <a:ext cx="1139040" cy="986400"/>
            </a:xfrm>
            <a:custGeom>
              <a:avLst/>
              <a:gdLst>
                <a:gd name="textAreaLeft" fmla="*/ 360 w 1139040"/>
                <a:gd name="textAreaRight" fmla="*/ 1139760 w 1139040"/>
                <a:gd name="textAreaTop" fmla="*/ 0 h 986400"/>
                <a:gd name="textAreaBottom" fmla="*/ 986760 h 9864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9" name="Google Shape;510;p13"/>
            <p:cNvGrpSpPr/>
            <p:nvPr/>
          </p:nvGrpSpPr>
          <p:grpSpPr>
            <a:xfrm>
              <a:off x="171000" y="4682160"/>
              <a:ext cx="327960" cy="328320"/>
              <a:chOff x="171000" y="4682160"/>
              <a:chExt cx="327960" cy="328320"/>
            </a:xfrm>
          </p:grpSpPr>
          <p:sp>
            <p:nvSpPr>
              <p:cNvPr id="160" name="Google Shape;511;p13"/>
              <p:cNvSpPr/>
              <p:nvPr/>
            </p:nvSpPr>
            <p:spPr>
              <a:xfrm>
                <a:off x="171000" y="468216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512;p13"/>
              <p:cNvSpPr/>
              <p:nvPr/>
            </p:nvSpPr>
            <p:spPr>
              <a:xfrm>
                <a:off x="206280" y="47178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513;p13"/>
              <p:cNvSpPr/>
              <p:nvPr/>
            </p:nvSpPr>
            <p:spPr>
              <a:xfrm>
                <a:off x="241920" y="475308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514;p13"/>
              <p:cNvSpPr/>
              <p:nvPr/>
            </p:nvSpPr>
            <p:spPr>
              <a:xfrm>
                <a:off x="277200" y="4788720"/>
                <a:ext cx="115560" cy="115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515;p13"/>
              <p:cNvSpPr/>
              <p:nvPr/>
            </p:nvSpPr>
            <p:spPr>
              <a:xfrm>
                <a:off x="312840" y="48240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516;p13"/>
              <p:cNvSpPr/>
              <p:nvPr/>
            </p:nvSpPr>
            <p:spPr>
              <a:xfrm>
                <a:off x="348480" y="485964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517;p13"/>
              <p:cNvSpPr/>
              <p:nvPr/>
            </p:nvSpPr>
            <p:spPr>
              <a:xfrm>
                <a:off x="383400" y="489492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7" name="Google Shape;518;p13"/>
            <p:cNvGrpSpPr/>
            <p:nvPr/>
          </p:nvGrpSpPr>
          <p:grpSpPr>
            <a:xfrm>
              <a:off x="-693000" y="2711880"/>
              <a:ext cx="1116720" cy="1598040"/>
              <a:chOff x="-693000" y="2711880"/>
              <a:chExt cx="1116720" cy="1598040"/>
            </a:xfrm>
          </p:grpSpPr>
          <p:sp>
            <p:nvSpPr>
              <p:cNvPr id="168" name="Google Shape;519;p13"/>
              <p:cNvSpPr/>
              <p:nvPr/>
            </p:nvSpPr>
            <p:spPr>
              <a:xfrm rot="9000000">
                <a:off x="-283680" y="2659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69" name="Google Shape;520;p13"/>
              <p:cNvGrpSpPr/>
              <p:nvPr/>
            </p:nvGrpSpPr>
            <p:grpSpPr>
              <a:xfrm>
                <a:off x="290160" y="4120920"/>
                <a:ext cx="133560" cy="133560"/>
                <a:chOff x="290160" y="4120920"/>
                <a:chExt cx="133560" cy="133560"/>
              </a:xfrm>
            </p:grpSpPr>
            <p:sp>
              <p:nvSpPr>
                <p:cNvPr id="170" name="Google Shape;521;p13"/>
                <p:cNvSpPr/>
                <p:nvPr/>
              </p:nvSpPr>
              <p:spPr>
                <a:xfrm>
                  <a:off x="290160" y="412092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522;p13"/>
                <p:cNvSpPr/>
                <p:nvPr/>
              </p:nvSpPr>
              <p:spPr>
                <a:xfrm>
                  <a:off x="317160" y="415152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2" name="Google Shape;523;p13"/>
            <p:cNvGrpSpPr/>
            <p:nvPr/>
          </p:nvGrpSpPr>
          <p:grpSpPr>
            <a:xfrm>
              <a:off x="-132840" y="3610800"/>
              <a:ext cx="363960" cy="1786680"/>
              <a:chOff x="-132840" y="3610800"/>
              <a:chExt cx="363960" cy="1786680"/>
            </a:xfrm>
          </p:grpSpPr>
          <p:sp>
            <p:nvSpPr>
              <p:cNvPr id="173" name="Google Shape;524;p13"/>
              <p:cNvSpPr/>
              <p:nvPr/>
            </p:nvSpPr>
            <p:spPr>
              <a:xfrm rot="21519000">
                <a:off x="-35280" y="369180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4" name="Google Shape;525;p13"/>
              <p:cNvGrpSpPr/>
              <p:nvPr/>
            </p:nvGrpSpPr>
            <p:grpSpPr>
              <a:xfrm>
                <a:off x="-132840" y="3610800"/>
                <a:ext cx="181440" cy="181080"/>
                <a:chOff x="-132840" y="3610800"/>
                <a:chExt cx="181440" cy="181080"/>
              </a:xfrm>
            </p:grpSpPr>
            <p:sp>
              <p:nvSpPr>
                <p:cNvPr id="175" name="Google Shape;526;p13"/>
                <p:cNvSpPr/>
                <p:nvPr/>
              </p:nvSpPr>
              <p:spPr>
                <a:xfrm rot="12519000">
                  <a:off x="-108720" y="3634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" name="Google Shape;527;p13"/>
                <p:cNvSpPr/>
                <p:nvPr/>
              </p:nvSpPr>
              <p:spPr>
                <a:xfrm rot="12519000">
                  <a:off x="-81720" y="3664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7" name="Google Shape;528;p13"/>
            <p:cNvGrpSpPr/>
            <p:nvPr/>
          </p:nvGrpSpPr>
          <p:grpSpPr>
            <a:xfrm>
              <a:off x="171720" y="4422600"/>
              <a:ext cx="1116720" cy="1597680"/>
              <a:chOff x="171720" y="4422600"/>
              <a:chExt cx="1116720" cy="1597680"/>
            </a:xfrm>
          </p:grpSpPr>
          <p:sp>
            <p:nvSpPr>
              <p:cNvPr id="178" name="Google Shape;529;p13"/>
              <p:cNvSpPr/>
              <p:nvPr/>
            </p:nvSpPr>
            <p:spPr>
              <a:xfrm rot="19800000">
                <a:off x="632520" y="436968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9" name="Google Shape;530;p13"/>
              <p:cNvGrpSpPr/>
              <p:nvPr/>
            </p:nvGrpSpPr>
            <p:grpSpPr>
              <a:xfrm>
                <a:off x="171720" y="4478040"/>
                <a:ext cx="133560" cy="133560"/>
                <a:chOff x="171720" y="4478040"/>
                <a:chExt cx="133560" cy="133560"/>
              </a:xfrm>
            </p:grpSpPr>
            <p:sp>
              <p:nvSpPr>
                <p:cNvPr id="180" name="Google Shape;531;p13"/>
                <p:cNvSpPr/>
                <p:nvPr/>
              </p:nvSpPr>
              <p:spPr>
                <a:xfrm rot="10800000">
                  <a:off x="171720" y="44780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" name="Google Shape;532;p13"/>
                <p:cNvSpPr/>
                <p:nvPr/>
              </p:nvSpPr>
              <p:spPr>
                <a:xfrm rot="10800000">
                  <a:off x="198360" y="450828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82" name="Google Shape;533;p13"/>
          <p:cNvGrpSpPr/>
          <p:nvPr/>
        </p:nvGrpSpPr>
        <p:grpSpPr>
          <a:xfrm>
            <a:off x="6471000" y="-1724760"/>
            <a:ext cx="4026960" cy="4161240"/>
            <a:chOff x="6471000" y="-1724760"/>
            <a:chExt cx="4026960" cy="4161240"/>
          </a:xfrm>
        </p:grpSpPr>
        <p:grpSp>
          <p:nvGrpSpPr>
            <p:cNvPr id="183" name="Google Shape;534;p13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184" name="Google Shape;535;p13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536;p13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537;p13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7" name="Google Shape;538;p13"/>
            <p:cNvSpPr/>
            <p:nvPr/>
          </p:nvSpPr>
          <p:spPr>
            <a:xfrm>
              <a:off x="6471000" y="-76320"/>
              <a:ext cx="283680" cy="24552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539;p13"/>
            <p:cNvSpPr/>
            <p:nvPr/>
          </p:nvSpPr>
          <p:spPr>
            <a:xfrm>
              <a:off x="6703920" y="-125280"/>
              <a:ext cx="570240" cy="4935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493560"/>
                <a:gd name="textAreaBottom" fmla="*/ 493920 h 4935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9" name="Google Shape;540;p13"/>
          <p:cNvGrpSpPr/>
          <p:nvPr/>
        </p:nvGrpSpPr>
        <p:grpSpPr>
          <a:xfrm>
            <a:off x="783360" y="-601200"/>
            <a:ext cx="993960" cy="1794960"/>
            <a:chOff x="783360" y="-601200"/>
            <a:chExt cx="993960" cy="1794960"/>
          </a:xfrm>
        </p:grpSpPr>
        <p:sp>
          <p:nvSpPr>
            <p:cNvPr id="190" name="Google Shape;541;p13"/>
            <p:cNvSpPr/>
            <p:nvPr/>
          </p:nvSpPr>
          <p:spPr>
            <a:xfrm>
              <a:off x="1643400" y="229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91" name="Google Shape;542;p13"/>
            <p:cNvCxnSpPr/>
            <p:nvPr/>
          </p:nvCxnSpPr>
          <p:spPr>
            <a:xfrm flipV="1">
              <a:off x="783360" y="-601200"/>
              <a:ext cx="360" cy="17953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92" name="Google Shape;543;p13"/>
            <p:cNvSpPr/>
            <p:nvPr/>
          </p:nvSpPr>
          <p:spPr>
            <a:xfrm>
              <a:off x="1673640" y="25920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13160" y="3349080"/>
            <a:ext cx="669096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7" name="Google Shape;673;p17"/>
          <p:cNvGrpSpPr/>
          <p:nvPr/>
        </p:nvGrpSpPr>
        <p:grpSpPr>
          <a:xfrm>
            <a:off x="-2176560" y="-112320"/>
            <a:ext cx="4680000" cy="5934600"/>
            <a:chOff x="-2176560" y="-112320"/>
            <a:chExt cx="4680000" cy="5934600"/>
          </a:xfrm>
        </p:grpSpPr>
        <p:grpSp>
          <p:nvGrpSpPr>
            <p:cNvPr id="318" name="Google Shape;674;p17"/>
            <p:cNvGrpSpPr/>
            <p:nvPr/>
          </p:nvGrpSpPr>
          <p:grpSpPr>
            <a:xfrm>
              <a:off x="-2176560" y="-112320"/>
              <a:ext cx="4680000" cy="5934600"/>
              <a:chOff x="-2176560" y="-112320"/>
              <a:chExt cx="4680000" cy="5934600"/>
            </a:xfrm>
          </p:grpSpPr>
          <p:sp>
            <p:nvSpPr>
              <p:cNvPr id="319" name="Google Shape;675;p17"/>
              <p:cNvSpPr/>
              <p:nvPr/>
            </p:nvSpPr>
            <p:spPr>
              <a:xfrm rot="18900000">
                <a:off x="-1523880" y="217836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20" name="Google Shape;676;p17"/>
              <p:cNvGrpSpPr/>
              <p:nvPr/>
            </p:nvGrpSpPr>
            <p:grpSpPr>
              <a:xfrm>
                <a:off x="214200" y="4320360"/>
                <a:ext cx="174600" cy="822960"/>
                <a:chOff x="214200" y="4320360"/>
                <a:chExt cx="174600" cy="822960"/>
              </a:xfrm>
            </p:grpSpPr>
            <p:sp>
              <p:nvSpPr>
                <p:cNvPr id="321" name="Google Shape;677;p17"/>
                <p:cNvSpPr/>
                <p:nvPr/>
              </p:nvSpPr>
              <p:spPr>
                <a:xfrm rot="18900000">
                  <a:off x="239400" y="499464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678;p17"/>
                <p:cNvSpPr/>
                <p:nvPr/>
              </p:nvSpPr>
              <p:spPr>
                <a:xfrm rot="18900000">
                  <a:off x="239760" y="4886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3" name="Google Shape;679;p17"/>
                <p:cNvSpPr/>
                <p:nvPr/>
              </p:nvSpPr>
              <p:spPr>
                <a:xfrm rot="18900000">
                  <a:off x="239400" y="4778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4" name="Google Shape;680;p17"/>
                <p:cNvSpPr/>
                <p:nvPr/>
              </p:nvSpPr>
              <p:spPr>
                <a:xfrm rot="18900000">
                  <a:off x="239400" y="4670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681;p17"/>
                <p:cNvSpPr/>
                <p:nvPr/>
              </p:nvSpPr>
              <p:spPr>
                <a:xfrm rot="18900000">
                  <a:off x="239760" y="4562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682;p17"/>
                <p:cNvSpPr/>
                <p:nvPr/>
              </p:nvSpPr>
              <p:spPr>
                <a:xfrm rot="18900000">
                  <a:off x="239400" y="4454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83;p17"/>
                <p:cNvSpPr/>
                <p:nvPr/>
              </p:nvSpPr>
              <p:spPr>
                <a:xfrm rot="18900000">
                  <a:off x="239760" y="43455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8" name="Google Shape;684;p17"/>
              <p:cNvGrpSpPr/>
              <p:nvPr/>
            </p:nvGrpSpPr>
            <p:grpSpPr>
              <a:xfrm>
                <a:off x="20520" y="2584080"/>
                <a:ext cx="174600" cy="823320"/>
                <a:chOff x="20520" y="2584080"/>
                <a:chExt cx="174600" cy="823320"/>
              </a:xfrm>
            </p:grpSpPr>
            <p:sp>
              <p:nvSpPr>
                <p:cNvPr id="329" name="Google Shape;685;p17"/>
                <p:cNvSpPr/>
                <p:nvPr/>
              </p:nvSpPr>
              <p:spPr>
                <a:xfrm rot="18900000">
                  <a:off x="45720" y="325872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86;p17"/>
                <p:cNvSpPr/>
                <p:nvPr/>
              </p:nvSpPr>
              <p:spPr>
                <a:xfrm rot="18900000">
                  <a:off x="46080" y="31503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687;p17"/>
                <p:cNvSpPr/>
                <p:nvPr/>
              </p:nvSpPr>
              <p:spPr>
                <a:xfrm rot="18900000">
                  <a:off x="45720" y="3042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688;p17"/>
                <p:cNvSpPr/>
                <p:nvPr/>
              </p:nvSpPr>
              <p:spPr>
                <a:xfrm rot="18900000">
                  <a:off x="45720" y="2934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689;p17"/>
                <p:cNvSpPr/>
                <p:nvPr/>
              </p:nvSpPr>
              <p:spPr>
                <a:xfrm rot="18900000">
                  <a:off x="46080" y="2826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690;p17"/>
                <p:cNvSpPr/>
                <p:nvPr/>
              </p:nvSpPr>
              <p:spPr>
                <a:xfrm rot="18900000">
                  <a:off x="45720" y="2718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691;p17"/>
                <p:cNvSpPr/>
                <p:nvPr/>
              </p:nvSpPr>
              <p:spPr>
                <a:xfrm rot="18900000">
                  <a:off x="46080" y="2609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36" name="Google Shape;692;p17"/>
              <p:cNvSpPr/>
              <p:nvPr/>
            </p:nvSpPr>
            <p:spPr>
              <a:xfrm rot="2700000" flipH="1">
                <a:off x="-1073880" y="47376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37" name="Google Shape;693;p17"/>
            <p:cNvGrpSpPr/>
            <p:nvPr/>
          </p:nvGrpSpPr>
          <p:grpSpPr>
            <a:xfrm>
              <a:off x="-234360" y="3727440"/>
              <a:ext cx="438840" cy="438840"/>
              <a:chOff x="-234360" y="3727440"/>
              <a:chExt cx="438840" cy="438840"/>
            </a:xfrm>
          </p:grpSpPr>
          <p:sp>
            <p:nvSpPr>
              <p:cNvPr id="338" name="Google Shape;694;p17"/>
              <p:cNvSpPr/>
              <p:nvPr/>
            </p:nvSpPr>
            <p:spPr>
              <a:xfrm>
                <a:off x="-234360" y="37274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695;p17"/>
              <p:cNvSpPr/>
              <p:nvPr/>
            </p:nvSpPr>
            <p:spPr>
              <a:xfrm>
                <a:off x="-146160" y="382752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0" name="Google Shape;696;p17"/>
            <p:cNvGrpSpPr/>
            <p:nvPr/>
          </p:nvGrpSpPr>
          <p:grpSpPr>
            <a:xfrm>
              <a:off x="713520" y="4931640"/>
              <a:ext cx="438840" cy="438840"/>
              <a:chOff x="713520" y="4931640"/>
              <a:chExt cx="438840" cy="438840"/>
            </a:xfrm>
          </p:grpSpPr>
          <p:sp>
            <p:nvSpPr>
              <p:cNvPr id="341" name="Google Shape;697;p17"/>
              <p:cNvSpPr/>
              <p:nvPr/>
            </p:nvSpPr>
            <p:spPr>
              <a:xfrm rot="10800000">
                <a:off x="713520" y="49316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698;p17"/>
              <p:cNvSpPr/>
              <p:nvPr/>
            </p:nvSpPr>
            <p:spPr>
              <a:xfrm rot="10800000">
                <a:off x="801720" y="50310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43" name="Google Shape;699;p17"/>
          <p:cNvGrpSpPr/>
          <p:nvPr/>
        </p:nvGrpSpPr>
        <p:grpSpPr>
          <a:xfrm>
            <a:off x="6642360" y="-392400"/>
            <a:ext cx="4558680" cy="1863360"/>
            <a:chOff x="6642360" y="-392400"/>
            <a:chExt cx="4558680" cy="1863360"/>
          </a:xfrm>
        </p:grpSpPr>
        <p:pic>
          <p:nvPicPr>
            <p:cNvPr id="344" name="Google Shape;700;p1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8354880" y="-39240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45" name="Google Shape;701;p17"/>
            <p:cNvGrpSpPr/>
            <p:nvPr/>
          </p:nvGrpSpPr>
          <p:grpSpPr>
            <a:xfrm>
              <a:off x="7215120" y="-117000"/>
              <a:ext cx="2584080" cy="1134720"/>
              <a:chOff x="7215120" y="-117000"/>
              <a:chExt cx="2584080" cy="1134720"/>
            </a:xfrm>
          </p:grpSpPr>
          <p:grpSp>
            <p:nvGrpSpPr>
              <p:cNvPr id="346" name="Google Shape;702;p17"/>
              <p:cNvGrpSpPr/>
              <p:nvPr/>
            </p:nvGrpSpPr>
            <p:grpSpPr>
              <a:xfrm>
                <a:off x="7429320" y="-117000"/>
                <a:ext cx="2369880" cy="1134720"/>
                <a:chOff x="7429320" y="-117000"/>
                <a:chExt cx="2369880" cy="1134720"/>
              </a:xfrm>
            </p:grpSpPr>
            <p:sp>
              <p:nvSpPr>
                <p:cNvPr id="347" name="Google Shape;703;p17"/>
                <p:cNvSpPr/>
                <p:nvPr/>
              </p:nvSpPr>
              <p:spPr>
                <a:xfrm rot="16200000">
                  <a:off x="7993080" y="-68040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8" name="Google Shape;704;p17"/>
                <p:cNvSpPr/>
                <p:nvPr/>
              </p:nvSpPr>
              <p:spPr>
                <a:xfrm rot="5400000">
                  <a:off x="8100720" y="-68076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49" name="Google Shape;705;p17"/>
              <p:cNvSpPr/>
              <p:nvPr/>
            </p:nvSpPr>
            <p:spPr>
              <a:xfrm rot="5400000">
                <a:off x="8213400" y="-493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0" name="Google Shape;706;p17"/>
              <p:cNvSpPr/>
              <p:nvPr/>
            </p:nvSpPr>
            <p:spPr>
              <a:xfrm rot="5400000">
                <a:off x="8574840" y="817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51" name="Google Shape;707;p17"/>
              <p:cNvGrpSpPr/>
              <p:nvPr/>
            </p:nvGrpSpPr>
            <p:grpSpPr>
              <a:xfrm>
                <a:off x="7215120" y="-91440"/>
                <a:ext cx="1001160" cy="353160"/>
                <a:chOff x="7215120" y="-91440"/>
                <a:chExt cx="1001160" cy="353160"/>
              </a:xfrm>
            </p:grpSpPr>
            <p:sp>
              <p:nvSpPr>
                <p:cNvPr id="352" name="Google Shape;708;p17"/>
                <p:cNvSpPr/>
                <p:nvPr/>
              </p:nvSpPr>
              <p:spPr>
                <a:xfrm rot="13500000" flipV="1">
                  <a:off x="7914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3" name="Google Shape;709;p17"/>
                <p:cNvSpPr/>
                <p:nvPr/>
              </p:nvSpPr>
              <p:spPr>
                <a:xfrm rot="13500000" flipV="1">
                  <a:off x="780732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4" name="Google Shape;710;p17"/>
                <p:cNvSpPr/>
                <p:nvPr/>
              </p:nvSpPr>
              <p:spPr>
                <a:xfrm rot="13500000" flipV="1">
                  <a:off x="7698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5" name="Google Shape;711;p17"/>
                <p:cNvSpPr/>
                <p:nvPr/>
              </p:nvSpPr>
              <p:spPr>
                <a:xfrm rot="13500000" flipV="1">
                  <a:off x="7590960" y="-39960"/>
                  <a:ext cx="249480" cy="24912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6" name="Google Shape;712;p17"/>
                <p:cNvSpPr/>
                <p:nvPr/>
              </p:nvSpPr>
              <p:spPr>
                <a:xfrm rot="13500000" flipV="1">
                  <a:off x="7482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7" name="Google Shape;713;p17"/>
                <p:cNvSpPr/>
                <p:nvPr/>
              </p:nvSpPr>
              <p:spPr>
                <a:xfrm rot="13500000" flipV="1">
                  <a:off x="7374600" y="-3924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480 w 24912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714;p17"/>
                <p:cNvSpPr/>
                <p:nvPr/>
              </p:nvSpPr>
              <p:spPr>
                <a:xfrm rot="13500000" flipV="1">
                  <a:off x="7266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59" name="Google Shape;715;p17"/>
            <p:cNvGrpSpPr/>
            <p:nvPr/>
          </p:nvGrpSpPr>
          <p:grpSpPr>
            <a:xfrm>
              <a:off x="6642360" y="234000"/>
              <a:ext cx="4558680" cy="133920"/>
              <a:chOff x="6642360" y="234000"/>
              <a:chExt cx="4558680" cy="133920"/>
            </a:xfrm>
          </p:grpSpPr>
          <p:sp>
            <p:nvSpPr>
              <p:cNvPr id="360" name="Google Shape;716;p17"/>
              <p:cNvSpPr/>
              <p:nvPr/>
            </p:nvSpPr>
            <p:spPr>
              <a:xfrm rot="10800000">
                <a:off x="6642360" y="2340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61" name="Google Shape;717;p17"/>
              <p:cNvCxnSpPr/>
              <p:nvPr/>
            </p:nvCxnSpPr>
            <p:spPr>
              <a:xfrm flipH="1">
                <a:off x="6738120" y="30096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62" name="Google Shape;718;p17"/>
              <p:cNvSpPr/>
              <p:nvPr/>
            </p:nvSpPr>
            <p:spPr>
              <a:xfrm rot="10800000">
                <a:off x="6672960" y="26460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720;p18"/>
          <p:cNvGrpSpPr/>
          <p:nvPr/>
        </p:nvGrpSpPr>
        <p:grpSpPr>
          <a:xfrm>
            <a:off x="5405040" y="2221200"/>
            <a:ext cx="4262760" cy="3616920"/>
            <a:chOff x="5405040" y="2221200"/>
            <a:chExt cx="4262760" cy="3616920"/>
          </a:xfrm>
        </p:grpSpPr>
        <p:sp>
          <p:nvSpPr>
            <p:cNvPr id="364" name="Google Shape;721;p18"/>
            <p:cNvSpPr/>
            <p:nvPr/>
          </p:nvSpPr>
          <p:spPr>
            <a:xfrm>
              <a:off x="5405040" y="2221200"/>
              <a:ext cx="4262760" cy="361692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65" name="Google Shape;722;p18"/>
            <p:cNvGrpSpPr/>
            <p:nvPr/>
          </p:nvGrpSpPr>
          <p:grpSpPr>
            <a:xfrm>
              <a:off x="7294320" y="4854960"/>
              <a:ext cx="930600" cy="525600"/>
              <a:chOff x="7294320" y="4854960"/>
              <a:chExt cx="930600" cy="525600"/>
            </a:xfrm>
          </p:grpSpPr>
          <p:grpSp>
            <p:nvGrpSpPr>
              <p:cNvPr id="366" name="Google Shape;723;p18"/>
              <p:cNvGrpSpPr/>
              <p:nvPr/>
            </p:nvGrpSpPr>
            <p:grpSpPr>
              <a:xfrm>
                <a:off x="7786080" y="4941720"/>
                <a:ext cx="438840" cy="438840"/>
                <a:chOff x="7786080" y="4941720"/>
                <a:chExt cx="438840" cy="438840"/>
              </a:xfrm>
            </p:grpSpPr>
            <p:sp>
              <p:nvSpPr>
                <p:cNvPr id="367" name="Google Shape;724;p18"/>
                <p:cNvSpPr/>
                <p:nvPr/>
              </p:nvSpPr>
              <p:spPr>
                <a:xfrm>
                  <a:off x="7786080" y="494172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725;p18"/>
                <p:cNvSpPr/>
                <p:nvPr/>
              </p:nvSpPr>
              <p:spPr>
                <a:xfrm>
                  <a:off x="7874640" y="504180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9" name="Google Shape;726;p18"/>
              <p:cNvGrpSpPr/>
              <p:nvPr/>
            </p:nvGrpSpPr>
            <p:grpSpPr>
              <a:xfrm>
                <a:off x="7294320" y="4854960"/>
                <a:ext cx="438840" cy="438840"/>
                <a:chOff x="7294320" y="4854960"/>
                <a:chExt cx="438840" cy="438840"/>
              </a:xfrm>
            </p:grpSpPr>
            <p:sp>
              <p:nvSpPr>
                <p:cNvPr id="370" name="Google Shape;727;p18"/>
                <p:cNvSpPr/>
                <p:nvPr/>
              </p:nvSpPr>
              <p:spPr>
                <a:xfrm>
                  <a:off x="7294320" y="485496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728;p18"/>
                <p:cNvSpPr/>
                <p:nvPr/>
              </p:nvSpPr>
              <p:spPr>
                <a:xfrm>
                  <a:off x="7382520" y="495504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73" name="Google Shape;730;p18"/>
          <p:cNvGrpSpPr/>
          <p:nvPr/>
        </p:nvGrpSpPr>
        <p:grpSpPr>
          <a:xfrm>
            <a:off x="-2174760" y="3012480"/>
            <a:ext cx="3700800" cy="3344760"/>
            <a:chOff x="-2174760" y="3012480"/>
            <a:chExt cx="3700800" cy="3344760"/>
          </a:xfrm>
        </p:grpSpPr>
        <p:pic>
          <p:nvPicPr>
            <p:cNvPr id="374" name="Google Shape;731;p18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-2174760" y="3532680"/>
              <a:ext cx="3700800" cy="282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5" name="Google Shape;732;p18"/>
            <p:cNvSpPr/>
            <p:nvPr/>
          </p:nvSpPr>
          <p:spPr>
            <a:xfrm rot="10800000">
              <a:off x="-690120" y="301248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733;p18"/>
            <p:cNvSpPr/>
            <p:nvPr/>
          </p:nvSpPr>
          <p:spPr>
            <a:xfrm rot="10800000">
              <a:off x="-495000" y="301320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77" name="Google Shape;734;p18"/>
            <p:cNvGrpSpPr/>
            <p:nvPr/>
          </p:nvGrpSpPr>
          <p:grpSpPr>
            <a:xfrm>
              <a:off x="-326160" y="5427000"/>
              <a:ext cx="133560" cy="133560"/>
              <a:chOff x="-326160" y="5427000"/>
              <a:chExt cx="133560" cy="133560"/>
            </a:xfrm>
          </p:grpSpPr>
          <p:sp>
            <p:nvSpPr>
              <p:cNvPr id="378" name="Google Shape;735;p18"/>
              <p:cNvSpPr/>
              <p:nvPr/>
            </p:nvSpPr>
            <p:spPr>
              <a:xfrm rot="10800000">
                <a:off x="-326160" y="54270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736;p18"/>
              <p:cNvSpPr/>
              <p:nvPr/>
            </p:nvSpPr>
            <p:spPr>
              <a:xfrm rot="10800000">
                <a:off x="-307080" y="54457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0" name="Google Shape;737;p18"/>
            <p:cNvGrpSpPr/>
            <p:nvPr/>
          </p:nvGrpSpPr>
          <p:grpSpPr>
            <a:xfrm>
              <a:off x="159480" y="4587120"/>
              <a:ext cx="133560" cy="133560"/>
              <a:chOff x="159480" y="4587120"/>
              <a:chExt cx="133560" cy="133560"/>
            </a:xfrm>
          </p:grpSpPr>
          <p:sp>
            <p:nvSpPr>
              <p:cNvPr id="381" name="Google Shape;738;p18"/>
              <p:cNvSpPr/>
              <p:nvPr/>
            </p:nvSpPr>
            <p:spPr>
              <a:xfrm rot="10800000">
                <a:off x="159480" y="4587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739;p18"/>
              <p:cNvSpPr/>
              <p:nvPr/>
            </p:nvSpPr>
            <p:spPr>
              <a:xfrm rot="10800000">
                <a:off x="178200" y="4605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3" name="Google Shape;740;p18"/>
            <p:cNvGrpSpPr/>
            <p:nvPr/>
          </p:nvGrpSpPr>
          <p:grpSpPr>
            <a:xfrm>
              <a:off x="251640" y="3399120"/>
              <a:ext cx="133560" cy="133560"/>
              <a:chOff x="251640" y="3399120"/>
              <a:chExt cx="133560" cy="133560"/>
            </a:xfrm>
          </p:grpSpPr>
          <p:sp>
            <p:nvSpPr>
              <p:cNvPr id="384" name="Google Shape;741;p18"/>
              <p:cNvSpPr/>
              <p:nvPr/>
            </p:nvSpPr>
            <p:spPr>
              <a:xfrm rot="10800000">
                <a:off x="251640" y="3399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742;p18"/>
              <p:cNvSpPr/>
              <p:nvPr/>
            </p:nvSpPr>
            <p:spPr>
              <a:xfrm rot="10800000">
                <a:off x="270360" y="3417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6" name="Google Shape;743;p18"/>
          <p:cNvGrpSpPr/>
          <p:nvPr/>
        </p:nvGrpSpPr>
        <p:grpSpPr>
          <a:xfrm>
            <a:off x="5928840" y="-303840"/>
            <a:ext cx="5688000" cy="3547800"/>
            <a:chOff x="5928840" y="-303840"/>
            <a:chExt cx="5688000" cy="3547800"/>
          </a:xfrm>
        </p:grpSpPr>
        <p:grpSp>
          <p:nvGrpSpPr>
            <p:cNvPr id="387" name="Google Shape;744;p18"/>
            <p:cNvGrpSpPr/>
            <p:nvPr/>
          </p:nvGrpSpPr>
          <p:grpSpPr>
            <a:xfrm>
              <a:off x="8859600" y="1899360"/>
              <a:ext cx="401760" cy="1344600"/>
              <a:chOff x="8859600" y="1899360"/>
              <a:chExt cx="401760" cy="1344600"/>
            </a:xfrm>
          </p:grpSpPr>
          <p:sp>
            <p:nvSpPr>
              <p:cNvPr id="388" name="Google Shape;745;p18"/>
              <p:cNvSpPr/>
              <p:nvPr/>
            </p:nvSpPr>
            <p:spPr>
              <a:xfrm flipH="1">
                <a:off x="9014400" y="201744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3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746;p18"/>
              <p:cNvSpPr/>
              <p:nvPr/>
            </p:nvSpPr>
            <p:spPr>
              <a:xfrm flipH="1">
                <a:off x="8859240" y="189936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0" name="Google Shape;747;p18"/>
            <p:cNvGrpSpPr/>
            <p:nvPr/>
          </p:nvGrpSpPr>
          <p:grpSpPr>
            <a:xfrm>
              <a:off x="8674920" y="1421280"/>
              <a:ext cx="904320" cy="725760"/>
              <a:chOff x="8674920" y="1421280"/>
              <a:chExt cx="904320" cy="725760"/>
            </a:xfrm>
          </p:grpSpPr>
          <p:sp>
            <p:nvSpPr>
              <p:cNvPr id="391" name="Google Shape;748;p18"/>
              <p:cNvSpPr/>
              <p:nvPr/>
            </p:nvSpPr>
            <p:spPr>
              <a:xfrm>
                <a:off x="8906400" y="1564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2" name="Google Shape;749;p18"/>
              <p:cNvSpPr/>
              <p:nvPr/>
            </p:nvSpPr>
            <p:spPr>
              <a:xfrm>
                <a:off x="8894160" y="1421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750;p18"/>
              <p:cNvSpPr/>
              <p:nvPr/>
            </p:nvSpPr>
            <p:spPr>
              <a:xfrm>
                <a:off x="8674920" y="1564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4" name="Google Shape;751;p18"/>
            <p:cNvGrpSpPr/>
            <p:nvPr/>
          </p:nvGrpSpPr>
          <p:grpSpPr>
            <a:xfrm>
              <a:off x="7678800" y="-303840"/>
              <a:ext cx="2555280" cy="2546280"/>
              <a:chOff x="7678800" y="-303840"/>
              <a:chExt cx="2555280" cy="2546280"/>
            </a:xfrm>
          </p:grpSpPr>
          <p:sp>
            <p:nvSpPr>
              <p:cNvPr id="395" name="Google Shape;752;p18"/>
              <p:cNvSpPr/>
              <p:nvPr/>
            </p:nvSpPr>
            <p:spPr>
              <a:xfrm rot="18900000" flipH="1" flipV="1">
                <a:off x="8404560" y="-20520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753;p18"/>
              <p:cNvSpPr/>
              <p:nvPr/>
            </p:nvSpPr>
            <p:spPr>
              <a:xfrm rot="18900000" flipH="1" flipV="1">
                <a:off x="8525160" y="-31716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97" name="Google Shape;754;p18"/>
            <p:cNvSpPr/>
            <p:nvPr/>
          </p:nvSpPr>
          <p:spPr>
            <a:xfrm rot="5400000" flipH="1">
              <a:off x="6627240" y="-895320"/>
              <a:ext cx="577080" cy="1974240"/>
            </a:xfrm>
            <a:custGeom>
              <a:avLst/>
              <a:gdLst>
                <a:gd name="textAreaLeft" fmla="*/ -360 w 577080"/>
                <a:gd name="textAreaRight" fmla="*/ 57708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8" name="Google Shape;755;p18"/>
            <p:cNvGrpSpPr/>
            <p:nvPr/>
          </p:nvGrpSpPr>
          <p:grpSpPr>
            <a:xfrm>
              <a:off x="6993720" y="245880"/>
              <a:ext cx="4623120" cy="133560"/>
              <a:chOff x="6993720" y="245880"/>
              <a:chExt cx="4623120" cy="133560"/>
            </a:xfrm>
          </p:grpSpPr>
          <p:sp>
            <p:nvSpPr>
              <p:cNvPr id="399" name="Google Shape;756;p18"/>
              <p:cNvSpPr/>
              <p:nvPr/>
            </p:nvSpPr>
            <p:spPr>
              <a:xfrm flipH="1">
                <a:off x="6993360" y="245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757;p18"/>
              <p:cNvSpPr/>
              <p:nvPr/>
            </p:nvSpPr>
            <p:spPr>
              <a:xfrm flipH="1">
                <a:off x="7023960" y="276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401" name="Google Shape;758;p18"/>
              <p:cNvCxnSpPr/>
              <p:nvPr/>
            </p:nvCxnSpPr>
            <p:spPr>
              <a:xfrm flipH="1">
                <a:off x="7089840" y="312840"/>
                <a:ext cx="45273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03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404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6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407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1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412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413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416" name="Google Shape;776;p1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7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19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420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2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423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0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431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0000" y="1566000"/>
            <a:ext cx="279864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40" name="Google Shape;801;p20"/>
          <p:cNvGrpSpPr/>
          <p:nvPr/>
        </p:nvGrpSpPr>
        <p:grpSpPr>
          <a:xfrm>
            <a:off x="-1623600" y="2499840"/>
            <a:ext cx="5118840" cy="4373640"/>
            <a:chOff x="-1623600" y="2499840"/>
            <a:chExt cx="5118840" cy="4373640"/>
          </a:xfrm>
        </p:grpSpPr>
        <p:pic>
          <p:nvPicPr>
            <p:cNvPr id="441" name="Google Shape;802;p2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-1827000" y="3417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42" name="Google Shape;803;p20"/>
            <p:cNvGrpSpPr/>
            <p:nvPr/>
          </p:nvGrpSpPr>
          <p:grpSpPr>
            <a:xfrm>
              <a:off x="47520" y="4588560"/>
              <a:ext cx="480600" cy="480240"/>
              <a:chOff x="47520" y="4588560"/>
              <a:chExt cx="480600" cy="480240"/>
            </a:xfrm>
          </p:grpSpPr>
          <p:sp>
            <p:nvSpPr>
              <p:cNvPr id="443" name="Google Shape;804;p20"/>
              <p:cNvSpPr/>
              <p:nvPr/>
            </p:nvSpPr>
            <p:spPr>
              <a:xfrm rot="16200000">
                <a:off x="426600" y="49672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4" name="Google Shape;805;p20"/>
              <p:cNvSpPr/>
              <p:nvPr/>
            </p:nvSpPr>
            <p:spPr>
              <a:xfrm rot="16200000">
                <a:off x="363240" y="490392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5" name="Google Shape;806;p20"/>
              <p:cNvSpPr/>
              <p:nvPr/>
            </p:nvSpPr>
            <p:spPr>
              <a:xfrm rot="16200000">
                <a:off x="300240" y="4840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6" name="Google Shape;807;p20"/>
              <p:cNvSpPr/>
              <p:nvPr/>
            </p:nvSpPr>
            <p:spPr>
              <a:xfrm rot="16200000">
                <a:off x="236880" y="4777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7" name="Google Shape;808;p20"/>
              <p:cNvSpPr/>
              <p:nvPr/>
            </p:nvSpPr>
            <p:spPr>
              <a:xfrm rot="16200000">
                <a:off x="174240" y="4714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8" name="Google Shape;809;p20"/>
              <p:cNvSpPr/>
              <p:nvPr/>
            </p:nvSpPr>
            <p:spPr>
              <a:xfrm rot="16200000">
                <a:off x="110880" y="4651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9" name="Google Shape;810;p20"/>
              <p:cNvSpPr/>
              <p:nvPr/>
            </p:nvSpPr>
            <p:spPr>
              <a:xfrm rot="16200000">
                <a:off x="47520" y="45882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50" name="Google Shape;811;p20"/>
            <p:cNvGrpSpPr/>
            <p:nvPr/>
          </p:nvGrpSpPr>
          <p:grpSpPr>
            <a:xfrm>
              <a:off x="-1623600" y="3062880"/>
              <a:ext cx="5118840" cy="3152880"/>
              <a:chOff x="-1623600" y="3062880"/>
              <a:chExt cx="5118840" cy="3152880"/>
            </a:xfrm>
          </p:grpSpPr>
          <p:sp>
            <p:nvSpPr>
              <p:cNvPr id="451" name="Google Shape;812;p20"/>
              <p:cNvSpPr/>
              <p:nvPr/>
            </p:nvSpPr>
            <p:spPr>
              <a:xfrm rot="16200000">
                <a:off x="-640440" y="20797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52" name="Google Shape;813;p20"/>
              <p:cNvGrpSpPr/>
              <p:nvPr/>
            </p:nvGrpSpPr>
            <p:grpSpPr>
              <a:xfrm>
                <a:off x="1063440" y="4663080"/>
                <a:ext cx="133560" cy="133560"/>
                <a:chOff x="1063440" y="4663080"/>
                <a:chExt cx="133560" cy="133560"/>
              </a:xfrm>
            </p:grpSpPr>
            <p:sp>
              <p:nvSpPr>
                <p:cNvPr id="453" name="Google Shape;814;p20"/>
                <p:cNvSpPr/>
                <p:nvPr/>
              </p:nvSpPr>
              <p:spPr>
                <a:xfrm rot="16200000">
                  <a:off x="1063440" y="4663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815;p20"/>
                <p:cNvSpPr/>
                <p:nvPr/>
              </p:nvSpPr>
              <p:spPr>
                <a:xfrm rot="16200000">
                  <a:off x="1082160" y="46821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5" name="Google Shape;816;p20"/>
              <p:cNvGrpSpPr/>
              <p:nvPr/>
            </p:nvGrpSpPr>
            <p:grpSpPr>
              <a:xfrm>
                <a:off x="689400" y="5047200"/>
                <a:ext cx="133560" cy="133560"/>
                <a:chOff x="689400" y="5047200"/>
                <a:chExt cx="133560" cy="133560"/>
              </a:xfrm>
            </p:grpSpPr>
            <p:sp>
              <p:nvSpPr>
                <p:cNvPr id="456" name="Google Shape;817;p20"/>
                <p:cNvSpPr/>
                <p:nvPr/>
              </p:nvSpPr>
              <p:spPr>
                <a:xfrm rot="16200000">
                  <a:off x="689400" y="50472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7" name="Google Shape;818;p20"/>
                <p:cNvSpPr/>
                <p:nvPr/>
              </p:nvSpPr>
              <p:spPr>
                <a:xfrm rot="16200000">
                  <a:off x="708480" y="50659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8" name="Google Shape;819;p20"/>
              <p:cNvGrpSpPr/>
              <p:nvPr/>
            </p:nvGrpSpPr>
            <p:grpSpPr>
              <a:xfrm>
                <a:off x="3240" y="4053600"/>
                <a:ext cx="133560" cy="133560"/>
                <a:chOff x="3240" y="4053600"/>
                <a:chExt cx="133560" cy="133560"/>
              </a:xfrm>
            </p:grpSpPr>
            <p:sp>
              <p:nvSpPr>
                <p:cNvPr id="459" name="Google Shape;820;p20"/>
                <p:cNvSpPr/>
                <p:nvPr/>
              </p:nvSpPr>
              <p:spPr>
                <a:xfrm rot="16200000">
                  <a:off x="3240" y="4053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821;p20"/>
                <p:cNvSpPr/>
                <p:nvPr/>
              </p:nvSpPr>
              <p:spPr>
                <a:xfrm rot="16200000">
                  <a:off x="22320" y="4072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461" name="Google Shape;822;p20"/>
            <p:cNvSpPr/>
            <p:nvPr/>
          </p:nvSpPr>
          <p:spPr>
            <a:xfrm>
              <a:off x="-706320" y="24998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62" name="Google Shape;823;p20"/>
            <p:cNvGrpSpPr/>
            <p:nvPr/>
          </p:nvGrpSpPr>
          <p:grpSpPr>
            <a:xfrm>
              <a:off x="-1008720" y="4443840"/>
              <a:ext cx="2151360" cy="87840"/>
              <a:chOff x="-1008720" y="4443840"/>
              <a:chExt cx="2151360" cy="87840"/>
            </a:xfrm>
          </p:grpSpPr>
          <p:sp>
            <p:nvSpPr>
              <p:cNvPr id="463" name="Google Shape;824;p20"/>
              <p:cNvSpPr/>
              <p:nvPr/>
            </p:nvSpPr>
            <p:spPr>
              <a:xfrm rot="16200000">
                <a:off x="60840" y="3449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4" name="Google Shape;825;p20"/>
              <p:cNvSpPr/>
              <p:nvPr/>
            </p:nvSpPr>
            <p:spPr>
              <a:xfrm rot="16200000">
                <a:off x="60840" y="33742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5" name="Google Shape;826;p20"/>
            <p:cNvGrpSpPr/>
            <p:nvPr/>
          </p:nvGrpSpPr>
          <p:grpSpPr>
            <a:xfrm>
              <a:off x="-1136520" y="4683600"/>
              <a:ext cx="2151360" cy="87840"/>
              <a:chOff x="-1136520" y="4683600"/>
              <a:chExt cx="2151360" cy="87840"/>
            </a:xfrm>
          </p:grpSpPr>
          <p:sp>
            <p:nvSpPr>
              <p:cNvPr id="466" name="Google Shape;827;p20"/>
              <p:cNvSpPr/>
              <p:nvPr/>
            </p:nvSpPr>
            <p:spPr>
              <a:xfrm rot="16200000">
                <a:off x="-66960" y="36896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7" name="Google Shape;828;p20"/>
              <p:cNvSpPr/>
              <p:nvPr/>
            </p:nvSpPr>
            <p:spPr>
              <a:xfrm rot="16200000">
                <a:off x="-66960" y="3614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68" name="Google Shape;829;p20"/>
          <p:cNvGrpSpPr/>
          <p:nvPr/>
        </p:nvGrpSpPr>
        <p:grpSpPr>
          <a:xfrm>
            <a:off x="7628040" y="-1420200"/>
            <a:ext cx="3213720" cy="3920040"/>
            <a:chOff x="7628040" y="-1420200"/>
            <a:chExt cx="3213720" cy="3920040"/>
          </a:xfrm>
        </p:grpSpPr>
        <p:pic>
          <p:nvPicPr>
            <p:cNvPr id="469" name="Google Shape;830;p2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385760" y="-95616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0" name="Google Shape;831;p20"/>
            <p:cNvSpPr/>
            <p:nvPr/>
          </p:nvSpPr>
          <p:spPr>
            <a:xfrm rot="5400000">
              <a:off x="8389440" y="-3711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832;p20"/>
            <p:cNvSpPr/>
            <p:nvPr/>
          </p:nvSpPr>
          <p:spPr>
            <a:xfrm rot="5400000">
              <a:off x="8390160" y="-53028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833;p20"/>
            <p:cNvSpPr/>
            <p:nvPr/>
          </p:nvSpPr>
          <p:spPr>
            <a:xfrm rot="16200000">
              <a:off x="7625520" y="-9972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73" name="Google Shape;834;p20"/>
            <p:cNvGrpSpPr/>
            <p:nvPr/>
          </p:nvGrpSpPr>
          <p:grpSpPr>
            <a:xfrm>
              <a:off x="8277480" y="-228240"/>
              <a:ext cx="1650960" cy="699840"/>
              <a:chOff x="8277480" y="-228240"/>
              <a:chExt cx="1650960" cy="699840"/>
            </a:xfrm>
          </p:grpSpPr>
          <p:sp>
            <p:nvSpPr>
              <p:cNvPr id="474" name="Google Shape;835;p20"/>
              <p:cNvSpPr/>
              <p:nvPr/>
            </p:nvSpPr>
            <p:spPr>
              <a:xfrm rot="16200000">
                <a:off x="8542800" y="-2764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836;p20"/>
              <p:cNvSpPr/>
              <p:nvPr/>
            </p:nvSpPr>
            <p:spPr>
              <a:xfrm rot="16200000">
                <a:off x="9191880" y="-6253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6" name="Google Shape;837;p20"/>
              <p:cNvSpPr/>
              <p:nvPr/>
            </p:nvSpPr>
            <p:spPr>
              <a:xfrm rot="16200000">
                <a:off x="9098640" y="-7178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77" name="Google Shape;838;p20"/>
            <p:cNvGrpSpPr/>
            <p:nvPr/>
          </p:nvGrpSpPr>
          <p:grpSpPr>
            <a:xfrm>
              <a:off x="9087120" y="-40320"/>
              <a:ext cx="725760" cy="904320"/>
              <a:chOff x="9087120" y="-40320"/>
              <a:chExt cx="725760" cy="904320"/>
            </a:xfrm>
          </p:grpSpPr>
          <p:sp>
            <p:nvSpPr>
              <p:cNvPr id="478" name="Google Shape;839;p20"/>
              <p:cNvSpPr/>
              <p:nvPr/>
            </p:nvSpPr>
            <p:spPr>
              <a:xfrm rot="16200000">
                <a:off x="9185040" y="468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9" name="Google Shape;840;p20"/>
              <p:cNvSpPr/>
              <p:nvPr/>
            </p:nvSpPr>
            <p:spPr>
              <a:xfrm rot="16200000">
                <a:off x="9054720" y="19620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0" name="Google Shape;841;p20"/>
              <p:cNvSpPr/>
              <p:nvPr/>
            </p:nvSpPr>
            <p:spPr>
              <a:xfrm rot="16200000">
                <a:off x="9198000" y="415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2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3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484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485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6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87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488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9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90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491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492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493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494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5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6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7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8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499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00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501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502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03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504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5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6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7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8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09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0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511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12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13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14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5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6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7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8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9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0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21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528080" cy="69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526" name="Google Shape;845;p21"/>
          <p:cNvGrpSpPr/>
          <p:nvPr/>
        </p:nvGrpSpPr>
        <p:grpSpPr>
          <a:xfrm>
            <a:off x="6846840" y="-1382040"/>
            <a:ext cx="4230000" cy="4230360"/>
            <a:chOff x="6846840" y="-1382040"/>
            <a:chExt cx="4230000" cy="4230360"/>
          </a:xfrm>
        </p:grpSpPr>
        <p:sp>
          <p:nvSpPr>
            <p:cNvPr id="527" name="Google Shape;846;p21"/>
            <p:cNvSpPr/>
            <p:nvPr/>
          </p:nvSpPr>
          <p:spPr>
            <a:xfrm rot="13500000" flipH="1">
              <a:off x="7499160" y="-795240"/>
              <a:ext cx="2925000" cy="3057480"/>
            </a:xfrm>
            <a:custGeom>
              <a:avLst/>
              <a:gdLst>
                <a:gd name="textAreaLeft" fmla="*/ -360 w 2925000"/>
                <a:gd name="textAreaRight" fmla="*/ 292500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847;p21"/>
            <p:cNvSpPr/>
            <p:nvPr/>
          </p:nvSpPr>
          <p:spPr>
            <a:xfrm>
              <a:off x="8605440" y="-36828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848;p21"/>
            <p:cNvSpPr/>
            <p:nvPr/>
          </p:nvSpPr>
          <p:spPr>
            <a:xfrm>
              <a:off x="8857800" y="-5760"/>
              <a:ext cx="686880" cy="20865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0" name="Google Shape;849;p21"/>
            <p:cNvGrpSpPr/>
            <p:nvPr/>
          </p:nvGrpSpPr>
          <p:grpSpPr>
            <a:xfrm>
              <a:off x="8698680" y="1168560"/>
              <a:ext cx="133920" cy="133920"/>
              <a:chOff x="8698680" y="1168560"/>
              <a:chExt cx="133920" cy="133920"/>
            </a:xfrm>
          </p:grpSpPr>
          <p:sp>
            <p:nvSpPr>
              <p:cNvPr id="531" name="Google Shape;850;p21"/>
              <p:cNvSpPr/>
              <p:nvPr/>
            </p:nvSpPr>
            <p:spPr>
              <a:xfrm>
                <a:off x="8698680" y="116856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2" name="Google Shape;851;p21"/>
              <p:cNvSpPr/>
              <p:nvPr/>
            </p:nvSpPr>
            <p:spPr>
              <a:xfrm>
                <a:off x="8717760" y="118728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3" name="Google Shape;852;p21"/>
            <p:cNvGrpSpPr/>
            <p:nvPr/>
          </p:nvGrpSpPr>
          <p:grpSpPr>
            <a:xfrm>
              <a:off x="8827200" y="2102400"/>
              <a:ext cx="133920" cy="133920"/>
              <a:chOff x="8827200" y="2102400"/>
              <a:chExt cx="133920" cy="133920"/>
            </a:xfrm>
          </p:grpSpPr>
          <p:sp>
            <p:nvSpPr>
              <p:cNvPr id="534" name="Google Shape;853;p21"/>
              <p:cNvSpPr/>
              <p:nvPr/>
            </p:nvSpPr>
            <p:spPr>
              <a:xfrm>
                <a:off x="8827200" y="21024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854;p21"/>
              <p:cNvSpPr/>
              <p:nvPr/>
            </p:nvSpPr>
            <p:spPr>
              <a:xfrm>
                <a:off x="8845920" y="212112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6" name="Google Shape;855;p21"/>
            <p:cNvGrpSpPr/>
            <p:nvPr/>
          </p:nvGrpSpPr>
          <p:grpSpPr>
            <a:xfrm>
              <a:off x="8776080" y="234720"/>
              <a:ext cx="133560" cy="133560"/>
              <a:chOff x="8776080" y="234720"/>
              <a:chExt cx="133560" cy="133560"/>
            </a:xfrm>
          </p:grpSpPr>
          <p:sp>
            <p:nvSpPr>
              <p:cNvPr id="537" name="Google Shape;856;p21"/>
              <p:cNvSpPr/>
              <p:nvPr/>
            </p:nvSpPr>
            <p:spPr>
              <a:xfrm>
                <a:off x="8776080" y="2347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857;p21"/>
              <p:cNvSpPr/>
              <p:nvPr/>
            </p:nvSpPr>
            <p:spPr>
              <a:xfrm>
                <a:off x="8795160" y="2538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539" name="Google Shape;858;p2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179120" y="-111276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40" name="Google Shape;859;p21"/>
          <p:cNvGrpSpPr/>
          <p:nvPr/>
        </p:nvGrpSpPr>
        <p:grpSpPr>
          <a:xfrm>
            <a:off x="-1981800" y="1924920"/>
            <a:ext cx="6190920" cy="6190920"/>
            <a:chOff x="-1981800" y="1924920"/>
            <a:chExt cx="6190920" cy="6190920"/>
          </a:xfrm>
        </p:grpSpPr>
        <p:pic>
          <p:nvPicPr>
            <p:cNvPr id="541" name="Google Shape;860;p2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537480" y="435852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2" name="Google Shape;861;p21"/>
            <p:cNvGrpSpPr/>
            <p:nvPr/>
          </p:nvGrpSpPr>
          <p:grpSpPr>
            <a:xfrm>
              <a:off x="-1981800" y="1924920"/>
              <a:ext cx="6190920" cy="6190920"/>
              <a:chOff x="-1981800" y="1924920"/>
              <a:chExt cx="6190920" cy="6190920"/>
            </a:xfrm>
          </p:grpSpPr>
          <p:sp>
            <p:nvSpPr>
              <p:cNvPr id="543" name="Google Shape;862;p21"/>
              <p:cNvSpPr/>
              <p:nvPr/>
            </p:nvSpPr>
            <p:spPr>
              <a:xfrm rot="8100000" flipH="1">
                <a:off x="-889560" y="264564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4" name="Google Shape;863;p21"/>
              <p:cNvSpPr/>
              <p:nvPr/>
            </p:nvSpPr>
            <p:spPr>
              <a:xfrm rot="8100000" flipH="1">
                <a:off x="-10440" y="349164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45" name="Google Shape;864;p21"/>
              <p:cNvGrpSpPr/>
              <p:nvPr/>
            </p:nvGrpSpPr>
            <p:grpSpPr>
              <a:xfrm>
                <a:off x="2304720" y="5135400"/>
                <a:ext cx="133920" cy="133920"/>
                <a:chOff x="2304720" y="5135400"/>
                <a:chExt cx="133920" cy="133920"/>
              </a:xfrm>
            </p:grpSpPr>
            <p:sp>
              <p:nvSpPr>
                <p:cNvPr id="546" name="Google Shape;865;p21"/>
                <p:cNvSpPr/>
                <p:nvPr/>
              </p:nvSpPr>
              <p:spPr>
                <a:xfrm rot="16200000">
                  <a:off x="2304720" y="513540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7" name="Google Shape;866;p21"/>
                <p:cNvSpPr/>
                <p:nvPr/>
              </p:nvSpPr>
              <p:spPr>
                <a:xfrm rot="16200000">
                  <a:off x="2323440" y="515448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48" name="Google Shape;867;p21"/>
              <p:cNvGrpSpPr/>
              <p:nvPr/>
            </p:nvGrpSpPr>
            <p:grpSpPr>
              <a:xfrm>
                <a:off x="1636560" y="4896720"/>
                <a:ext cx="133920" cy="133920"/>
                <a:chOff x="1636560" y="4896720"/>
                <a:chExt cx="133920" cy="133920"/>
              </a:xfrm>
            </p:grpSpPr>
            <p:sp>
              <p:nvSpPr>
                <p:cNvPr id="549" name="Google Shape;868;p21"/>
                <p:cNvSpPr/>
                <p:nvPr/>
              </p:nvSpPr>
              <p:spPr>
                <a:xfrm rot="16200000">
                  <a:off x="1636560" y="489672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0" name="Google Shape;869;p21"/>
                <p:cNvSpPr/>
                <p:nvPr/>
              </p:nvSpPr>
              <p:spPr>
                <a:xfrm rot="16200000">
                  <a:off x="1655280" y="4915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51" name="Google Shape;870;p21"/>
              <p:cNvGrpSpPr/>
              <p:nvPr/>
            </p:nvGrpSpPr>
            <p:grpSpPr>
              <a:xfrm>
                <a:off x="-748080" y="4648680"/>
                <a:ext cx="2449080" cy="939600"/>
                <a:chOff x="-748080" y="4648680"/>
                <a:chExt cx="2449080" cy="939600"/>
              </a:xfrm>
            </p:grpSpPr>
            <p:sp>
              <p:nvSpPr>
                <p:cNvPr id="552" name="Google Shape;871;p21"/>
                <p:cNvSpPr/>
                <p:nvPr/>
              </p:nvSpPr>
              <p:spPr>
                <a:xfrm rot="16200000">
                  <a:off x="-49320" y="431244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3" name="Google Shape;872;p21"/>
                <p:cNvSpPr/>
                <p:nvPr/>
              </p:nvSpPr>
              <p:spPr>
                <a:xfrm rot="16200000">
                  <a:off x="314280" y="394884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4" name="Google Shape;873;p21"/>
                <p:cNvGrpSpPr/>
                <p:nvPr/>
              </p:nvGrpSpPr>
              <p:grpSpPr>
                <a:xfrm>
                  <a:off x="-145080" y="5283720"/>
                  <a:ext cx="133560" cy="133560"/>
                  <a:chOff x="-145080" y="5283720"/>
                  <a:chExt cx="133560" cy="133560"/>
                </a:xfrm>
              </p:grpSpPr>
              <p:sp>
                <p:nvSpPr>
                  <p:cNvPr id="555" name="Google Shape;874;p21"/>
                  <p:cNvSpPr/>
                  <p:nvPr/>
                </p:nvSpPr>
                <p:spPr>
                  <a:xfrm rot="16200000">
                    <a:off x="-145080" y="528372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6" name="Google Shape;875;p21"/>
                  <p:cNvSpPr/>
                  <p:nvPr/>
                </p:nvSpPr>
                <p:spPr>
                  <a:xfrm rot="16200000">
                    <a:off x="-126000" y="530280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54" name="Google Shape;979;p23"/>
          <p:cNvGrpSpPr/>
          <p:nvPr/>
        </p:nvGrpSpPr>
        <p:grpSpPr>
          <a:xfrm>
            <a:off x="6379200" y="1165320"/>
            <a:ext cx="4752720" cy="4760640"/>
            <a:chOff x="6379200" y="1165320"/>
            <a:chExt cx="4752720" cy="4760640"/>
          </a:xfrm>
        </p:grpSpPr>
        <p:pic>
          <p:nvPicPr>
            <p:cNvPr id="655" name="Google Shape;980;p23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56" name="Google Shape;981;p23"/>
            <p:cNvGrpSpPr/>
            <p:nvPr/>
          </p:nvGrpSpPr>
          <p:grpSpPr>
            <a:xfrm>
              <a:off x="6379200" y="1165320"/>
              <a:ext cx="4752720" cy="4760280"/>
              <a:chOff x="6379200" y="1165320"/>
              <a:chExt cx="4752720" cy="4760280"/>
            </a:xfrm>
          </p:grpSpPr>
          <p:grpSp>
            <p:nvGrpSpPr>
              <p:cNvPr id="657" name="Google Shape;982;p23"/>
              <p:cNvGrpSpPr/>
              <p:nvPr/>
            </p:nvGrpSpPr>
            <p:grpSpPr>
              <a:xfrm>
                <a:off x="7297920" y="4842360"/>
                <a:ext cx="2083680" cy="237600"/>
                <a:chOff x="7297920" y="4842360"/>
                <a:chExt cx="2083680" cy="237600"/>
              </a:xfrm>
            </p:grpSpPr>
            <p:sp>
              <p:nvSpPr>
                <p:cNvPr id="658" name="Google Shape;983;p23"/>
                <p:cNvSpPr/>
                <p:nvPr/>
              </p:nvSpPr>
              <p:spPr>
                <a:xfrm rot="16200000" flipV="1">
                  <a:off x="8332560" y="40305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9" name="Google Shape;984;p23"/>
                <p:cNvSpPr/>
                <p:nvPr/>
              </p:nvSpPr>
              <p:spPr>
                <a:xfrm rot="16200000" flipV="1">
                  <a:off x="8332560" y="38070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0" name="Google Shape;985;p23"/>
              <p:cNvGrpSpPr/>
              <p:nvPr/>
            </p:nvGrpSpPr>
            <p:grpSpPr>
              <a:xfrm>
                <a:off x="6379200" y="1165320"/>
                <a:ext cx="4752720" cy="4479840"/>
                <a:chOff x="6379200" y="1165320"/>
                <a:chExt cx="4752720" cy="4479840"/>
              </a:xfrm>
            </p:grpSpPr>
            <p:sp>
              <p:nvSpPr>
                <p:cNvPr id="661" name="Google Shape;986;p23"/>
                <p:cNvSpPr/>
                <p:nvPr/>
              </p:nvSpPr>
              <p:spPr>
                <a:xfrm rot="2700000" flipV="1">
                  <a:off x="7169400" y="16869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2" name="Google Shape;987;p23"/>
                <p:cNvSpPr/>
                <p:nvPr/>
              </p:nvSpPr>
              <p:spPr>
                <a:xfrm rot="2700000" flipV="1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3" name="Google Shape;988;p23"/>
                <p:cNvSpPr/>
                <p:nvPr/>
              </p:nvSpPr>
              <p:spPr>
                <a:xfrm rot="2700000" flipV="1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4" name="Google Shape;989;p23"/>
              <p:cNvGrpSpPr/>
              <p:nvPr/>
            </p:nvGrpSpPr>
            <p:grpSpPr>
              <a:xfrm>
                <a:off x="8066880" y="4561920"/>
                <a:ext cx="546120" cy="798840"/>
                <a:chOff x="8066880" y="4561920"/>
                <a:chExt cx="546120" cy="798840"/>
              </a:xfrm>
            </p:grpSpPr>
            <p:grpSp>
              <p:nvGrpSpPr>
                <p:cNvPr id="665" name="Google Shape;990;p23"/>
                <p:cNvGrpSpPr/>
                <p:nvPr/>
              </p:nvGrpSpPr>
              <p:grpSpPr>
                <a:xfrm>
                  <a:off x="8066880" y="4814640"/>
                  <a:ext cx="546120" cy="546120"/>
                  <a:chOff x="8066880" y="4814640"/>
                  <a:chExt cx="546120" cy="546120"/>
                </a:xfrm>
              </p:grpSpPr>
              <p:sp>
                <p:nvSpPr>
                  <p:cNvPr id="666" name="Google Shape;991;p23"/>
                  <p:cNvSpPr/>
                  <p:nvPr/>
                </p:nvSpPr>
                <p:spPr>
                  <a:xfrm rot="13500000" flipV="1">
                    <a:off x="8142480" y="48985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67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668" name="Google Shape;993;p23"/>
                    <p:cNvSpPr/>
                    <p:nvPr/>
                  </p:nvSpPr>
                  <p:spPr>
                    <a:xfrm rot="13500000" flipV="1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69" name="Google Shape;994;p23"/>
                    <p:cNvSpPr/>
                    <p:nvPr/>
                  </p:nvSpPr>
                  <p:spPr>
                    <a:xfrm rot="13500000" flipV="1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0" name="Google Shape;995;p23"/>
                    <p:cNvSpPr/>
                    <p:nvPr/>
                  </p:nvSpPr>
                  <p:spPr>
                    <a:xfrm rot="13500000" flipV="1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1" name="Google Shape;996;p23"/>
                    <p:cNvSpPr/>
                    <p:nvPr/>
                  </p:nvSpPr>
                  <p:spPr>
                    <a:xfrm rot="13500000" flipV="1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2" name="Google Shape;997;p23"/>
                    <p:cNvSpPr/>
                    <p:nvPr/>
                  </p:nvSpPr>
                  <p:spPr>
                    <a:xfrm rot="13500000" flipV="1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73" name="Google Shape;998;p23"/>
                <p:cNvSpPr/>
                <p:nvPr/>
              </p:nvSpPr>
              <p:spPr>
                <a:xfrm rot="18900000" flipV="1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74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675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676" name="Google Shape;1001;p23"/>
                  <p:cNvSpPr/>
                  <p:nvPr/>
                </p:nvSpPr>
                <p:spPr>
                  <a:xfrm rot="13500000" flipV="1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77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678" name="Google Shape;1003;p23"/>
                    <p:cNvSpPr/>
                    <p:nvPr/>
                  </p:nvSpPr>
                  <p:spPr>
                    <a:xfrm rot="13500000" flipV="1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9" name="Google Shape;1004;p23"/>
                    <p:cNvSpPr/>
                    <p:nvPr/>
                  </p:nvSpPr>
                  <p:spPr>
                    <a:xfrm rot="13500000" flipV="1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0" name="Google Shape;1005;p23"/>
                    <p:cNvSpPr/>
                    <p:nvPr/>
                  </p:nvSpPr>
                  <p:spPr>
                    <a:xfrm rot="13500000" flipV="1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1" name="Google Shape;1006;p23"/>
                    <p:cNvSpPr/>
                    <p:nvPr/>
                  </p:nvSpPr>
                  <p:spPr>
                    <a:xfrm rot="13500000" flipV="1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2" name="Google Shape;1007;p23"/>
                    <p:cNvSpPr/>
                    <p:nvPr/>
                  </p:nvSpPr>
                  <p:spPr>
                    <a:xfrm rot="13500000" flipV="1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83" name="Google Shape;1008;p23"/>
                <p:cNvSpPr/>
                <p:nvPr/>
              </p:nvSpPr>
              <p:spPr>
                <a:xfrm rot="18900000" flipV="1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84" name="Google Shape;1009;p23"/>
              <p:cNvGrpSpPr/>
              <p:nvPr/>
            </p:nvGrpSpPr>
            <p:grpSpPr>
              <a:xfrm>
                <a:off x="8818200" y="4057560"/>
                <a:ext cx="546120" cy="798840"/>
                <a:chOff x="8818200" y="4057560"/>
                <a:chExt cx="546120" cy="798840"/>
              </a:xfrm>
            </p:grpSpPr>
            <p:grpSp>
              <p:nvGrpSpPr>
                <p:cNvPr id="685" name="Google Shape;1010;p23"/>
                <p:cNvGrpSpPr/>
                <p:nvPr/>
              </p:nvGrpSpPr>
              <p:grpSpPr>
                <a:xfrm>
                  <a:off x="8818200" y="4310280"/>
                  <a:ext cx="546120" cy="546120"/>
                  <a:chOff x="8818200" y="4310280"/>
                  <a:chExt cx="546120" cy="546120"/>
                </a:xfrm>
              </p:grpSpPr>
              <p:sp>
                <p:nvSpPr>
                  <p:cNvPr id="686" name="Google Shape;1011;p23"/>
                  <p:cNvSpPr/>
                  <p:nvPr/>
                </p:nvSpPr>
                <p:spPr>
                  <a:xfrm rot="13500000" flipV="1">
                    <a:off x="8893800" y="43941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87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688" name="Google Shape;1013;p23"/>
                    <p:cNvSpPr/>
                    <p:nvPr/>
                  </p:nvSpPr>
                  <p:spPr>
                    <a:xfrm rot="13500000" flipV="1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9" name="Google Shape;1014;p23"/>
                    <p:cNvSpPr/>
                    <p:nvPr/>
                  </p:nvSpPr>
                  <p:spPr>
                    <a:xfrm rot="13500000" flipV="1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0" name="Google Shape;1015;p23"/>
                    <p:cNvSpPr/>
                    <p:nvPr/>
                  </p:nvSpPr>
                  <p:spPr>
                    <a:xfrm rot="13500000" flipV="1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1" name="Google Shape;1016;p23"/>
                    <p:cNvSpPr/>
                    <p:nvPr/>
                  </p:nvSpPr>
                  <p:spPr>
                    <a:xfrm rot="13500000" flipV="1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2" name="Google Shape;1017;p23"/>
                    <p:cNvSpPr/>
                    <p:nvPr/>
                  </p:nvSpPr>
                  <p:spPr>
                    <a:xfrm rot="13500000" flipV="1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93" name="Google Shape;1018;p23"/>
                <p:cNvSpPr/>
                <p:nvPr/>
              </p:nvSpPr>
              <p:spPr>
                <a:xfrm rot="18900000" flipV="1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4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695" name="Google Shape;1020;p23"/>
                <p:cNvSpPr/>
                <p:nvPr/>
              </p:nvSpPr>
              <p:spPr>
                <a:xfrm rot="13500000" flipV="1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6" name="Google Shape;1021;p23"/>
                <p:cNvSpPr/>
                <p:nvPr/>
              </p:nvSpPr>
              <p:spPr>
                <a:xfrm rot="13500000" flipV="1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97" name="Google Shape;1022;p23"/>
            <p:cNvGrpSpPr/>
            <p:nvPr/>
          </p:nvGrpSpPr>
          <p:grpSpPr>
            <a:xfrm>
              <a:off x="9068040" y="1975320"/>
              <a:ext cx="438840" cy="438840"/>
              <a:chOff x="9068040" y="1975320"/>
              <a:chExt cx="438840" cy="438840"/>
            </a:xfrm>
          </p:grpSpPr>
          <p:sp>
            <p:nvSpPr>
              <p:cNvPr id="698" name="Google Shape;1023;p23"/>
              <p:cNvSpPr/>
              <p:nvPr/>
            </p:nvSpPr>
            <p:spPr>
              <a:xfrm rot="5400000" flipV="1">
                <a:off x="9068040" y="19749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9" name="Google Shape;1024;p23"/>
              <p:cNvSpPr/>
              <p:nvPr/>
            </p:nvSpPr>
            <p:spPr>
              <a:xfrm rot="5400000" flipV="1">
                <a:off x="9156600" y="20750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700" name="Google Shape;1025;p23"/>
          <p:cNvPicPr/>
          <p:nvPr/>
        </p:nvPicPr>
        <p:blipFill>
          <a:blip r:embed="rId2"/>
          <a:srcRect l="16959" t="24713" r="7122" b="2617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01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702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03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704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05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706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707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8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9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0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11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712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13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714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5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6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717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719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20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721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722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723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26" name="Google Shape;1174;p26"/>
          <p:cNvGrpSpPr/>
          <p:nvPr/>
        </p:nvGrpSpPr>
        <p:grpSpPr>
          <a:xfrm>
            <a:off x="-2902320" y="1271880"/>
            <a:ext cx="6190920" cy="6190920"/>
            <a:chOff x="-2902320" y="1271880"/>
            <a:chExt cx="6190920" cy="6190920"/>
          </a:xfrm>
        </p:grpSpPr>
        <p:pic>
          <p:nvPicPr>
            <p:cNvPr id="827" name="Google Shape;1175;p2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757080" y="386676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28" name="Google Shape;1176;p26"/>
            <p:cNvGrpSpPr/>
            <p:nvPr/>
          </p:nvGrpSpPr>
          <p:grpSpPr>
            <a:xfrm>
              <a:off x="-2902320" y="1271880"/>
              <a:ext cx="6190920" cy="6190920"/>
              <a:chOff x="-2902320" y="1271880"/>
              <a:chExt cx="6190920" cy="6190920"/>
            </a:xfrm>
          </p:grpSpPr>
          <p:sp>
            <p:nvSpPr>
              <p:cNvPr id="829" name="Google Shape;1177;p26"/>
              <p:cNvSpPr/>
              <p:nvPr/>
            </p:nvSpPr>
            <p:spPr>
              <a:xfrm rot="2700000" flipH="1">
                <a:off x="-1810080" y="199260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0" name="Google Shape;1178;p26"/>
              <p:cNvSpPr/>
              <p:nvPr/>
            </p:nvSpPr>
            <p:spPr>
              <a:xfrm rot="2700000" flipH="1">
                <a:off x="-1269000" y="250020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31" name="Google Shape;1179;p26"/>
              <p:cNvGrpSpPr/>
              <p:nvPr/>
            </p:nvGrpSpPr>
            <p:grpSpPr>
              <a:xfrm>
                <a:off x="308880" y="3043080"/>
                <a:ext cx="133920" cy="133920"/>
                <a:chOff x="308880" y="3043080"/>
                <a:chExt cx="133920" cy="133920"/>
              </a:xfrm>
            </p:grpSpPr>
            <p:sp>
              <p:nvSpPr>
                <p:cNvPr id="832" name="Google Shape;1180;p26"/>
                <p:cNvSpPr/>
                <p:nvPr/>
              </p:nvSpPr>
              <p:spPr>
                <a:xfrm rot="10800000">
                  <a:off x="308880" y="30430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3" name="Google Shape;1181;p26"/>
                <p:cNvSpPr/>
                <p:nvPr/>
              </p:nvSpPr>
              <p:spPr>
                <a:xfrm rot="10800000">
                  <a:off x="327600" y="3061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34" name="Google Shape;1182;p26"/>
              <p:cNvGrpSpPr/>
              <p:nvPr/>
            </p:nvGrpSpPr>
            <p:grpSpPr>
              <a:xfrm>
                <a:off x="70200" y="3711240"/>
                <a:ext cx="133920" cy="133920"/>
                <a:chOff x="70200" y="3711240"/>
                <a:chExt cx="133920" cy="133920"/>
              </a:xfrm>
            </p:grpSpPr>
            <p:sp>
              <p:nvSpPr>
                <p:cNvPr id="835" name="Google Shape;1183;p26"/>
                <p:cNvSpPr/>
                <p:nvPr/>
              </p:nvSpPr>
              <p:spPr>
                <a:xfrm rot="10800000">
                  <a:off x="70200" y="37112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6" name="Google Shape;1184;p26"/>
                <p:cNvSpPr/>
                <p:nvPr/>
              </p:nvSpPr>
              <p:spPr>
                <a:xfrm rot="10800000">
                  <a:off x="88920" y="37299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37" name="Google Shape;1185;p26"/>
              <p:cNvGrpSpPr/>
              <p:nvPr/>
            </p:nvGrpSpPr>
            <p:grpSpPr>
              <a:xfrm>
                <a:off x="-177840" y="3780720"/>
                <a:ext cx="939240" cy="2448720"/>
                <a:chOff x="-177840" y="3780720"/>
                <a:chExt cx="939240" cy="2448720"/>
              </a:xfrm>
            </p:grpSpPr>
            <p:sp>
              <p:nvSpPr>
                <p:cNvPr id="838" name="Google Shape;1186;p26"/>
                <p:cNvSpPr/>
                <p:nvPr/>
              </p:nvSpPr>
              <p:spPr>
                <a:xfrm rot="10800000">
                  <a:off x="184320" y="425520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9" name="Google Shape;1187;p26"/>
                <p:cNvSpPr/>
                <p:nvPr/>
              </p:nvSpPr>
              <p:spPr>
                <a:xfrm rot="10800000">
                  <a:off x="-177480" y="378072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40" name="Google Shape;1188;p26"/>
                <p:cNvGrpSpPr/>
                <p:nvPr/>
              </p:nvGrpSpPr>
              <p:grpSpPr>
                <a:xfrm>
                  <a:off x="457200" y="5492880"/>
                  <a:ext cx="133560" cy="133560"/>
                  <a:chOff x="457200" y="5492880"/>
                  <a:chExt cx="133560" cy="133560"/>
                </a:xfrm>
              </p:grpSpPr>
              <p:sp>
                <p:nvSpPr>
                  <p:cNvPr id="841" name="Google Shape;1189;p26"/>
                  <p:cNvSpPr/>
                  <p:nvPr/>
                </p:nvSpPr>
                <p:spPr>
                  <a:xfrm rot="10800000">
                    <a:off x="457200" y="549288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2" name="Google Shape;1190;p26"/>
                  <p:cNvSpPr/>
                  <p:nvPr/>
                </p:nvSpPr>
                <p:spPr>
                  <a:xfrm rot="10800000">
                    <a:off x="475920" y="551196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grpSp>
        <p:nvGrpSpPr>
          <p:cNvPr id="843" name="Google Shape;1191;p26"/>
          <p:cNvGrpSpPr/>
          <p:nvPr/>
        </p:nvGrpSpPr>
        <p:grpSpPr>
          <a:xfrm>
            <a:off x="5650200" y="-1036440"/>
            <a:ext cx="6190920" cy="6865200"/>
            <a:chOff x="5650200" y="-1036440"/>
            <a:chExt cx="6190920" cy="6865200"/>
          </a:xfrm>
        </p:grpSpPr>
        <p:grpSp>
          <p:nvGrpSpPr>
            <p:cNvPr id="844" name="Google Shape;1192;p26"/>
            <p:cNvGrpSpPr/>
            <p:nvPr/>
          </p:nvGrpSpPr>
          <p:grpSpPr>
            <a:xfrm>
              <a:off x="5650200" y="-362160"/>
              <a:ext cx="6190920" cy="6190920"/>
              <a:chOff x="5650200" y="-362160"/>
              <a:chExt cx="6190920" cy="6190920"/>
            </a:xfrm>
          </p:grpSpPr>
          <p:grpSp>
            <p:nvGrpSpPr>
              <p:cNvPr id="845" name="Google Shape;1193;p26"/>
              <p:cNvGrpSpPr/>
              <p:nvPr/>
            </p:nvGrpSpPr>
            <p:grpSpPr>
              <a:xfrm>
                <a:off x="5650200" y="-362160"/>
                <a:ext cx="6190920" cy="6190920"/>
                <a:chOff x="5650200" y="-362160"/>
                <a:chExt cx="6190920" cy="6190920"/>
              </a:xfrm>
            </p:grpSpPr>
            <p:sp>
              <p:nvSpPr>
                <p:cNvPr id="846" name="Google Shape;1194;p26"/>
                <p:cNvSpPr/>
                <p:nvPr/>
              </p:nvSpPr>
              <p:spPr>
                <a:xfrm rot="13500000" flipH="1">
                  <a:off x="6742080" y="358560"/>
                  <a:ext cx="4006080" cy="4749120"/>
                </a:xfrm>
                <a:custGeom>
                  <a:avLst/>
                  <a:gdLst>
                    <a:gd name="textAreaLeft" fmla="*/ 360 w 4006080"/>
                    <a:gd name="textAreaRight" fmla="*/ 4006800 w 4006080"/>
                    <a:gd name="textAreaTop" fmla="*/ 0 h 4749120"/>
                    <a:gd name="textAreaBottom" fmla="*/ 4749480 h 474912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7" name="Google Shape;1195;p26"/>
                <p:cNvSpPr/>
                <p:nvPr/>
              </p:nvSpPr>
              <p:spPr>
                <a:xfrm rot="13500000" flipH="1">
                  <a:off x="7282800" y="1542600"/>
                  <a:ext cx="2925000" cy="3057480"/>
                </a:xfrm>
                <a:custGeom>
                  <a:avLst/>
                  <a:gdLst>
                    <a:gd name="textAreaLeft" fmla="*/ -360 w 2925000"/>
                    <a:gd name="textAreaRight" fmla="*/ 2925000 w 2925000"/>
                    <a:gd name="textAreaTop" fmla="*/ 0 h 3057480"/>
                    <a:gd name="textAreaBottom" fmla="*/ 3057840 h 305748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8" name="Google Shape;1196;p26"/>
                <p:cNvSpPr/>
                <p:nvPr/>
              </p:nvSpPr>
              <p:spPr>
                <a:xfrm>
                  <a:off x="8507880" y="-29196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9" name="Google Shape;1197;p26"/>
                <p:cNvSpPr/>
                <p:nvPr/>
              </p:nvSpPr>
              <p:spPr>
                <a:xfrm>
                  <a:off x="8760600" y="7020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0" name="Google Shape;1198;p26"/>
              <p:cNvGrpSpPr/>
              <p:nvPr/>
            </p:nvGrpSpPr>
            <p:grpSpPr>
              <a:xfrm>
                <a:off x="8496720" y="3923640"/>
                <a:ext cx="133920" cy="133920"/>
                <a:chOff x="8496720" y="3923640"/>
                <a:chExt cx="133920" cy="133920"/>
              </a:xfrm>
            </p:grpSpPr>
            <p:sp>
              <p:nvSpPr>
                <p:cNvPr id="851" name="Google Shape;1199;p26"/>
                <p:cNvSpPr/>
                <p:nvPr/>
              </p:nvSpPr>
              <p:spPr>
                <a:xfrm>
                  <a:off x="8496720" y="39236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2" name="Google Shape;1200;p26"/>
                <p:cNvSpPr/>
                <p:nvPr/>
              </p:nvSpPr>
              <p:spPr>
                <a:xfrm>
                  <a:off x="8515440" y="39423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3" name="Google Shape;1201;p26"/>
              <p:cNvGrpSpPr/>
              <p:nvPr/>
            </p:nvGrpSpPr>
            <p:grpSpPr>
              <a:xfrm>
                <a:off x="8735400" y="3255480"/>
                <a:ext cx="133920" cy="133920"/>
                <a:chOff x="8735400" y="3255480"/>
                <a:chExt cx="133920" cy="133920"/>
              </a:xfrm>
            </p:grpSpPr>
            <p:sp>
              <p:nvSpPr>
                <p:cNvPr id="854" name="Google Shape;1202;p26"/>
                <p:cNvSpPr/>
                <p:nvPr/>
              </p:nvSpPr>
              <p:spPr>
                <a:xfrm>
                  <a:off x="8735400" y="32554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5" name="Google Shape;1203;p26"/>
                <p:cNvSpPr/>
                <p:nvPr/>
              </p:nvSpPr>
              <p:spPr>
                <a:xfrm>
                  <a:off x="8754120" y="32745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6" name="Google Shape;1204;p26"/>
              <p:cNvGrpSpPr/>
              <p:nvPr/>
            </p:nvGrpSpPr>
            <p:grpSpPr>
              <a:xfrm>
                <a:off x="8678880" y="311040"/>
                <a:ext cx="133560" cy="133560"/>
                <a:chOff x="8678880" y="311040"/>
                <a:chExt cx="133560" cy="133560"/>
              </a:xfrm>
            </p:grpSpPr>
            <p:sp>
              <p:nvSpPr>
                <p:cNvPr id="857" name="Google Shape;1205;p26"/>
                <p:cNvSpPr/>
                <p:nvPr/>
              </p:nvSpPr>
              <p:spPr>
                <a:xfrm>
                  <a:off x="8678880" y="3110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8" name="Google Shape;1206;p26"/>
                <p:cNvSpPr/>
                <p:nvPr/>
              </p:nvSpPr>
              <p:spPr>
                <a:xfrm>
                  <a:off x="8697600" y="3301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pic>
          <p:nvPicPr>
            <p:cNvPr id="859" name="Google Shape;1207;p2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081920" y="-103644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60" name="Google Shape;1208;p26"/>
          <p:cNvGrpSpPr/>
          <p:nvPr/>
        </p:nvGrpSpPr>
        <p:grpSpPr>
          <a:xfrm>
            <a:off x="3984120" y="4933080"/>
            <a:ext cx="667800" cy="438840"/>
            <a:chOff x="3984120" y="4933080"/>
            <a:chExt cx="667800" cy="438840"/>
          </a:xfrm>
        </p:grpSpPr>
        <p:grpSp>
          <p:nvGrpSpPr>
            <p:cNvPr id="861" name="Google Shape;1209;p26"/>
            <p:cNvGrpSpPr/>
            <p:nvPr/>
          </p:nvGrpSpPr>
          <p:grpSpPr>
            <a:xfrm>
              <a:off x="3984120" y="4933080"/>
              <a:ext cx="438840" cy="438840"/>
              <a:chOff x="3984120" y="4933080"/>
              <a:chExt cx="438840" cy="438840"/>
            </a:xfrm>
          </p:grpSpPr>
          <p:sp>
            <p:nvSpPr>
              <p:cNvPr id="862" name="Google Shape;1210;p26"/>
              <p:cNvSpPr/>
              <p:nvPr/>
            </p:nvSpPr>
            <p:spPr>
              <a:xfrm rot="5400000">
                <a:off x="3984120" y="4933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3" name="Google Shape;1211;p26"/>
              <p:cNvSpPr/>
              <p:nvPr/>
            </p:nvSpPr>
            <p:spPr>
              <a:xfrm rot="5400000">
                <a:off x="4072320" y="5033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64" name="Google Shape;1212;p26"/>
            <p:cNvGrpSpPr/>
            <p:nvPr/>
          </p:nvGrpSpPr>
          <p:grpSpPr>
            <a:xfrm>
              <a:off x="4423320" y="5038200"/>
              <a:ext cx="228600" cy="228600"/>
              <a:chOff x="4423320" y="5038200"/>
              <a:chExt cx="228600" cy="228600"/>
            </a:xfrm>
          </p:grpSpPr>
          <p:sp>
            <p:nvSpPr>
              <p:cNvPr id="865" name="Google Shape;1213;p26"/>
              <p:cNvSpPr/>
              <p:nvPr/>
            </p:nvSpPr>
            <p:spPr>
              <a:xfrm rot="5400000">
                <a:off x="4423320" y="5038200"/>
                <a:ext cx="228600" cy="228600"/>
              </a:xfrm>
              <a:custGeom>
                <a:avLst/>
                <a:gdLst>
                  <a:gd name="textAreaLeft" fmla="*/ 0 w 228600"/>
                  <a:gd name="textAreaRight" fmla="*/ 228960 w 228600"/>
                  <a:gd name="textAreaTop" fmla="*/ 0 h 228600"/>
                  <a:gd name="textAreaBottom" fmla="*/ 228960 h 2286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6" name="Google Shape;1214;p26"/>
              <p:cNvSpPr/>
              <p:nvPr/>
            </p:nvSpPr>
            <p:spPr>
              <a:xfrm rot="5400000">
                <a:off x="4469040" y="5090040"/>
                <a:ext cx="136440" cy="124560"/>
              </a:xfrm>
              <a:custGeom>
                <a:avLst/>
                <a:gdLst>
                  <a:gd name="textAreaLeft" fmla="*/ 0 w 136440"/>
                  <a:gd name="textAreaRight" fmla="*/ 136800 w 13644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68" name="Google Shape;1229;p27"/>
          <p:cNvGrpSpPr/>
          <p:nvPr/>
        </p:nvGrpSpPr>
        <p:grpSpPr>
          <a:xfrm>
            <a:off x="6102720" y="-1724760"/>
            <a:ext cx="4395240" cy="4161240"/>
            <a:chOff x="6102720" y="-1724760"/>
            <a:chExt cx="4395240" cy="4161240"/>
          </a:xfrm>
        </p:grpSpPr>
        <p:pic>
          <p:nvPicPr>
            <p:cNvPr id="869" name="Google Shape;1230;p2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437600" y="-67284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70" name="Google Shape;1231;p27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871" name="Google Shape;1232;p27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2" name="Google Shape;1233;p27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3" name="Google Shape;1234;p27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74" name="Google Shape;1235;p27"/>
            <p:cNvGrpSpPr/>
            <p:nvPr/>
          </p:nvGrpSpPr>
          <p:grpSpPr>
            <a:xfrm>
              <a:off x="6102720" y="-125280"/>
              <a:ext cx="803160" cy="493560"/>
              <a:chOff x="6102720" y="-125280"/>
              <a:chExt cx="803160" cy="493560"/>
            </a:xfrm>
          </p:grpSpPr>
          <p:sp>
            <p:nvSpPr>
              <p:cNvPr id="875" name="Google Shape;1236;p27"/>
              <p:cNvSpPr/>
              <p:nvPr/>
            </p:nvSpPr>
            <p:spPr>
              <a:xfrm>
                <a:off x="6102720" y="-76320"/>
                <a:ext cx="283680" cy="245520"/>
              </a:xfrm>
              <a:custGeom>
                <a:avLst/>
                <a:gdLst>
                  <a:gd name="textAreaLeft" fmla="*/ 0 w 283680"/>
                  <a:gd name="textAreaRight" fmla="*/ 284040 w 2836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6" name="Google Shape;1237;p27"/>
              <p:cNvSpPr/>
              <p:nvPr/>
            </p:nvSpPr>
            <p:spPr>
              <a:xfrm>
                <a:off x="6335640" y="-125280"/>
                <a:ext cx="570240" cy="493560"/>
              </a:xfrm>
              <a:custGeom>
                <a:avLst/>
                <a:gdLst>
                  <a:gd name="textAreaLeft" fmla="*/ 0 w 570240"/>
                  <a:gd name="textAreaRight" fmla="*/ 570600 w 570240"/>
                  <a:gd name="textAreaTop" fmla="*/ 0 h 493560"/>
                  <a:gd name="textAreaBottom" fmla="*/ 493920 h 4935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77" name="Google Shape;1238;p27"/>
          <p:cNvGrpSpPr/>
          <p:nvPr/>
        </p:nvGrpSpPr>
        <p:grpSpPr>
          <a:xfrm>
            <a:off x="-1089000" y="4200480"/>
            <a:ext cx="5368320" cy="1863360"/>
            <a:chOff x="-1089000" y="4200480"/>
            <a:chExt cx="5368320" cy="1863360"/>
          </a:xfrm>
        </p:grpSpPr>
        <p:grpSp>
          <p:nvGrpSpPr>
            <p:cNvPr id="878" name="Google Shape;1239;p27"/>
            <p:cNvGrpSpPr/>
            <p:nvPr/>
          </p:nvGrpSpPr>
          <p:grpSpPr>
            <a:xfrm>
              <a:off x="-185040" y="4598280"/>
              <a:ext cx="904320" cy="725760"/>
              <a:chOff x="-185040" y="4598280"/>
              <a:chExt cx="904320" cy="725760"/>
            </a:xfrm>
          </p:grpSpPr>
          <p:sp>
            <p:nvSpPr>
              <p:cNvPr id="879" name="Google Shape;1240;p27"/>
              <p:cNvSpPr/>
              <p:nvPr/>
            </p:nvSpPr>
            <p:spPr>
              <a:xfrm>
                <a:off x="46440" y="4741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0" name="Google Shape;1241;p27"/>
              <p:cNvSpPr/>
              <p:nvPr/>
            </p:nvSpPr>
            <p:spPr>
              <a:xfrm>
                <a:off x="34200" y="4598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1" name="Google Shape;1242;p27"/>
              <p:cNvSpPr/>
              <p:nvPr/>
            </p:nvSpPr>
            <p:spPr>
              <a:xfrm>
                <a:off x="-185040" y="4741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882" name="Google Shape;1243;p2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1837800" y="420048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3" name="Google Shape;1244;p27"/>
            <p:cNvGrpSpPr/>
            <p:nvPr/>
          </p:nvGrpSpPr>
          <p:grpSpPr>
            <a:xfrm>
              <a:off x="241560" y="4799880"/>
              <a:ext cx="596880" cy="322920"/>
              <a:chOff x="241560" y="4799880"/>
              <a:chExt cx="596880" cy="322920"/>
            </a:xfrm>
          </p:grpSpPr>
          <p:grpSp>
            <p:nvGrpSpPr>
              <p:cNvPr id="884" name="Google Shape;1245;p27"/>
              <p:cNvGrpSpPr/>
              <p:nvPr/>
            </p:nvGrpSpPr>
            <p:grpSpPr>
              <a:xfrm>
                <a:off x="415080" y="4973760"/>
                <a:ext cx="423360" cy="149040"/>
                <a:chOff x="415080" y="4973760"/>
                <a:chExt cx="423360" cy="149040"/>
              </a:xfrm>
            </p:grpSpPr>
            <p:sp>
              <p:nvSpPr>
                <p:cNvPr id="885" name="Google Shape;1246;p27"/>
                <p:cNvSpPr/>
                <p:nvPr/>
              </p:nvSpPr>
              <p:spPr>
                <a:xfrm rot="18900000">
                  <a:off x="43668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6" name="Google Shape;1247;p27"/>
                <p:cNvSpPr/>
                <p:nvPr/>
              </p:nvSpPr>
              <p:spPr>
                <a:xfrm rot="18900000">
                  <a:off x="4824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7" name="Google Shape;1248;p27"/>
                <p:cNvSpPr/>
                <p:nvPr/>
              </p:nvSpPr>
              <p:spPr>
                <a:xfrm rot="18900000">
                  <a:off x="52812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8" name="Google Shape;1249;p27"/>
                <p:cNvSpPr/>
                <p:nvPr/>
              </p:nvSpPr>
              <p:spPr>
                <a:xfrm rot="18900000">
                  <a:off x="573840" y="499536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9" name="Google Shape;1250;p27"/>
                <p:cNvSpPr/>
                <p:nvPr/>
              </p:nvSpPr>
              <p:spPr>
                <a:xfrm rot="18900000">
                  <a:off x="61956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0" name="Google Shape;1251;p27"/>
                <p:cNvSpPr/>
                <p:nvPr/>
              </p:nvSpPr>
              <p:spPr>
                <a:xfrm rot="18900000">
                  <a:off x="66528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1" name="Google Shape;1252;p27"/>
                <p:cNvSpPr/>
                <p:nvPr/>
              </p:nvSpPr>
              <p:spPr>
                <a:xfrm rot="18900000">
                  <a:off x="7110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92" name="Google Shape;1253;p27"/>
              <p:cNvGrpSpPr/>
              <p:nvPr/>
            </p:nvGrpSpPr>
            <p:grpSpPr>
              <a:xfrm>
                <a:off x="241560" y="4799880"/>
                <a:ext cx="423000" cy="149400"/>
                <a:chOff x="241560" y="4799880"/>
                <a:chExt cx="423000" cy="149400"/>
              </a:xfrm>
            </p:grpSpPr>
            <p:sp>
              <p:nvSpPr>
                <p:cNvPr id="893" name="Google Shape;1254;p27"/>
                <p:cNvSpPr/>
                <p:nvPr/>
              </p:nvSpPr>
              <p:spPr>
                <a:xfrm rot="18900000">
                  <a:off x="26316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4" name="Google Shape;1255;p27"/>
                <p:cNvSpPr/>
                <p:nvPr/>
              </p:nvSpPr>
              <p:spPr>
                <a:xfrm rot="18900000">
                  <a:off x="30852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5" name="Google Shape;1256;p27"/>
                <p:cNvSpPr/>
                <p:nvPr/>
              </p:nvSpPr>
              <p:spPr>
                <a:xfrm rot="18900000">
                  <a:off x="35460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6" name="Google Shape;1257;p27"/>
                <p:cNvSpPr/>
                <p:nvPr/>
              </p:nvSpPr>
              <p:spPr>
                <a:xfrm rot="18900000">
                  <a:off x="399960" y="482184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7" name="Google Shape;1258;p27"/>
                <p:cNvSpPr/>
                <p:nvPr/>
              </p:nvSpPr>
              <p:spPr>
                <a:xfrm rot="18900000">
                  <a:off x="44604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8" name="Google Shape;1259;p27"/>
                <p:cNvSpPr/>
                <p:nvPr/>
              </p:nvSpPr>
              <p:spPr>
                <a:xfrm rot="18900000">
                  <a:off x="49176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9" name="Google Shape;1260;p27"/>
                <p:cNvSpPr/>
                <p:nvPr/>
              </p:nvSpPr>
              <p:spPr>
                <a:xfrm rot="18900000">
                  <a:off x="53712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00" name="Google Shape;1261;p27"/>
            <p:cNvGrpSpPr/>
            <p:nvPr/>
          </p:nvGrpSpPr>
          <p:grpSpPr>
            <a:xfrm>
              <a:off x="-1089000" y="4894200"/>
              <a:ext cx="4558680" cy="133920"/>
              <a:chOff x="-1089000" y="4894200"/>
              <a:chExt cx="4558680" cy="133920"/>
            </a:xfrm>
          </p:grpSpPr>
          <p:sp>
            <p:nvSpPr>
              <p:cNvPr id="901" name="Google Shape;1262;p27"/>
              <p:cNvSpPr/>
              <p:nvPr/>
            </p:nvSpPr>
            <p:spPr>
              <a:xfrm>
                <a:off x="3335760" y="48942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902" name="Google Shape;1263;p27"/>
              <p:cNvCxnSpPr/>
              <p:nvPr/>
            </p:nvCxnSpPr>
            <p:spPr>
              <a:xfrm>
                <a:off x="-1089000" y="496116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903" name="Google Shape;1264;p27"/>
              <p:cNvSpPr/>
              <p:nvPr/>
            </p:nvSpPr>
            <p:spPr>
              <a:xfrm>
                <a:off x="3366000" y="49244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2358360" y="6649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2"/>
          <p:cNvSpPr>
            <a:spLocks noGrp="1"/>
          </p:cNvSpPr>
          <p:nvPr>
            <p:ph type="title"/>
          </p:nvPr>
        </p:nvSpPr>
        <p:spPr>
          <a:xfrm>
            <a:off x="2358360" y="20271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title"/>
          </p:nvPr>
        </p:nvSpPr>
        <p:spPr>
          <a:xfrm>
            <a:off x="2358360" y="339048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Google Shape;1272;p28"/>
          <p:cNvSpPr/>
          <p:nvPr/>
        </p:nvSpPr>
        <p:spPr>
          <a:xfrm>
            <a:off x="6751080" y="2645640"/>
            <a:ext cx="2924640" cy="2945160"/>
          </a:xfrm>
          <a:prstGeom prst="ellipse">
            <a:avLst/>
          </a:prstGeom>
          <a:gradFill rotWithShape="0">
            <a:gsLst>
              <a:gs pos="0">
                <a:srgbClr val="9900FF">
                  <a:alpha val="29000"/>
                </a:srgbClr>
              </a:gs>
              <a:gs pos="26000">
                <a:srgbClr val="F5F8FF"/>
              </a:gs>
              <a:gs pos="44000">
                <a:srgbClr val="FFFFFF">
                  <a:alpha val="0"/>
                </a:srgbClr>
              </a:gs>
              <a:gs pos="82000">
                <a:srgbClr val="F5F8FF"/>
              </a:gs>
              <a:gs pos="100000">
                <a:srgbClr val="F5F8FF"/>
              </a:gs>
            </a:gsLst>
            <a:lin ang="135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08" name="Google Shape;1273;p28"/>
          <p:cNvGrpSpPr/>
          <p:nvPr/>
        </p:nvGrpSpPr>
        <p:grpSpPr>
          <a:xfrm>
            <a:off x="8360280" y="-226080"/>
            <a:ext cx="438840" cy="438840"/>
            <a:chOff x="8360280" y="-226080"/>
            <a:chExt cx="438840" cy="438840"/>
          </a:xfrm>
        </p:grpSpPr>
        <p:sp>
          <p:nvSpPr>
            <p:cNvPr id="909" name="Google Shape;1274;p28"/>
            <p:cNvSpPr/>
            <p:nvPr/>
          </p:nvSpPr>
          <p:spPr>
            <a:xfrm rot="5400000">
              <a:off x="8360280" y="-2260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275;p28"/>
            <p:cNvSpPr/>
            <p:nvPr/>
          </p:nvSpPr>
          <p:spPr>
            <a:xfrm rot="5400000">
              <a:off x="8448120" y="-1263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1" name="Google Shape;1276;p28"/>
          <p:cNvGrpSpPr/>
          <p:nvPr/>
        </p:nvGrpSpPr>
        <p:grpSpPr>
          <a:xfrm>
            <a:off x="-903240" y="4838040"/>
            <a:ext cx="4558680" cy="133920"/>
            <a:chOff x="-903240" y="4838040"/>
            <a:chExt cx="4558680" cy="133920"/>
          </a:xfrm>
        </p:grpSpPr>
        <p:sp>
          <p:nvSpPr>
            <p:cNvPr id="912" name="Google Shape;1277;p28"/>
            <p:cNvSpPr/>
            <p:nvPr/>
          </p:nvSpPr>
          <p:spPr>
            <a:xfrm>
              <a:off x="3521520" y="48380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13" name="Google Shape;1278;p28"/>
            <p:cNvCxnSpPr/>
            <p:nvPr/>
          </p:nvCxnSpPr>
          <p:spPr>
            <a:xfrm>
              <a:off x="-903240" y="49050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914" name="Google Shape;1279;p28"/>
            <p:cNvSpPr/>
            <p:nvPr/>
          </p:nvSpPr>
          <p:spPr>
            <a:xfrm>
              <a:off x="3551760" y="48682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032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033" name="Google Shape;144;p4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34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035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6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37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38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039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40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041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2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3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1044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5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6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1047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8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49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1050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1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2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1053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1054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5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57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8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59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1060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1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3" name="Google Shape;1378;p31"/>
          <p:cNvGrpSpPr/>
          <p:nvPr/>
        </p:nvGrpSpPr>
        <p:grpSpPr>
          <a:xfrm>
            <a:off x="8332920" y="720"/>
            <a:ext cx="2385720" cy="3292560"/>
            <a:chOff x="8332920" y="720"/>
            <a:chExt cx="2385720" cy="3292560"/>
          </a:xfrm>
        </p:grpSpPr>
        <p:pic>
          <p:nvPicPr>
            <p:cNvPr id="1064" name="Google Shape;1379;p3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7962840" y="537120"/>
              <a:ext cx="3125880" cy="2385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65" name="Google Shape;1380;p31"/>
            <p:cNvGrpSpPr/>
            <p:nvPr/>
          </p:nvGrpSpPr>
          <p:grpSpPr>
            <a:xfrm>
              <a:off x="8529120" y="720"/>
              <a:ext cx="324360" cy="1787400"/>
              <a:chOff x="8529120" y="720"/>
              <a:chExt cx="324360" cy="1787400"/>
            </a:xfrm>
          </p:grpSpPr>
          <p:sp>
            <p:nvSpPr>
              <p:cNvPr id="1066" name="Google Shape;1381;p31"/>
              <p:cNvSpPr/>
              <p:nvPr/>
            </p:nvSpPr>
            <p:spPr>
              <a:xfrm>
                <a:off x="8606880" y="85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67" name="Google Shape;1382;p31"/>
              <p:cNvGrpSpPr/>
              <p:nvPr/>
            </p:nvGrpSpPr>
            <p:grpSpPr>
              <a:xfrm>
                <a:off x="8529120" y="720"/>
                <a:ext cx="182160" cy="182520"/>
                <a:chOff x="8529120" y="720"/>
                <a:chExt cx="182160" cy="182520"/>
              </a:xfrm>
            </p:grpSpPr>
            <p:sp>
              <p:nvSpPr>
                <p:cNvPr id="1068" name="Google Shape;1383;p31"/>
                <p:cNvSpPr/>
                <p:nvPr/>
              </p:nvSpPr>
              <p:spPr>
                <a:xfrm rot="12600000">
                  <a:off x="8553240" y="25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9525">
                  <a:solidFill>
                    <a:srgbClr val="F5F8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9" name="Google Shape;1384;p31"/>
                <p:cNvSpPr/>
                <p:nvPr/>
              </p:nvSpPr>
              <p:spPr>
                <a:xfrm rot="12600000">
                  <a:off x="8580240" y="55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70" name="Google Shape;1385;p31"/>
          <p:cNvGrpSpPr/>
          <p:nvPr/>
        </p:nvGrpSpPr>
        <p:grpSpPr>
          <a:xfrm>
            <a:off x="-213480" y="171360"/>
            <a:ext cx="438840" cy="438840"/>
            <a:chOff x="-213480" y="171360"/>
            <a:chExt cx="438840" cy="438840"/>
          </a:xfrm>
        </p:grpSpPr>
        <p:sp>
          <p:nvSpPr>
            <p:cNvPr id="1071" name="Google Shape;1386;p31"/>
            <p:cNvSpPr/>
            <p:nvPr/>
          </p:nvSpPr>
          <p:spPr>
            <a:xfrm>
              <a:off x="-213480" y="17136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2" name="Google Shape;1387;p31"/>
            <p:cNvSpPr/>
            <p:nvPr/>
          </p:nvSpPr>
          <p:spPr>
            <a:xfrm>
              <a:off x="-125280" y="27108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3" name="Google Shape;1388;p31"/>
          <p:cNvGrpSpPr/>
          <p:nvPr/>
        </p:nvGrpSpPr>
        <p:grpSpPr>
          <a:xfrm>
            <a:off x="-1262520" y="3161160"/>
            <a:ext cx="4821840" cy="2934000"/>
            <a:chOff x="-1262520" y="3161160"/>
            <a:chExt cx="4821840" cy="2934000"/>
          </a:xfrm>
        </p:grpSpPr>
        <p:pic>
          <p:nvPicPr>
            <p:cNvPr id="1074" name="Google Shape;1389;p3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1609920" y="3508560"/>
              <a:ext cx="2934000" cy="2239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75" name="Google Shape;1390;p31"/>
            <p:cNvSpPr/>
            <p:nvPr/>
          </p:nvSpPr>
          <p:spPr>
            <a:xfrm rot="16200000">
              <a:off x="-260280" y="359676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6" name="Google Shape;1391;p31"/>
            <p:cNvGrpSpPr/>
            <p:nvPr/>
          </p:nvGrpSpPr>
          <p:grpSpPr>
            <a:xfrm>
              <a:off x="-16920" y="4609080"/>
              <a:ext cx="604080" cy="656640"/>
              <a:chOff x="-16920" y="4609080"/>
              <a:chExt cx="604080" cy="656640"/>
            </a:xfrm>
          </p:grpSpPr>
          <p:grpSp>
            <p:nvGrpSpPr>
              <p:cNvPr id="1077" name="Google Shape;1392;p31"/>
              <p:cNvGrpSpPr/>
              <p:nvPr/>
            </p:nvGrpSpPr>
            <p:grpSpPr>
              <a:xfrm>
                <a:off x="-16920" y="4609080"/>
                <a:ext cx="327960" cy="327960"/>
                <a:chOff x="-16920" y="4609080"/>
                <a:chExt cx="327960" cy="327960"/>
              </a:xfrm>
            </p:grpSpPr>
            <p:sp>
              <p:nvSpPr>
                <p:cNvPr id="1078" name="Google Shape;1393;p31"/>
                <p:cNvSpPr/>
                <p:nvPr/>
              </p:nvSpPr>
              <p:spPr>
                <a:xfrm rot="10800000">
                  <a:off x="19548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9" name="Google Shape;1394;p31"/>
                <p:cNvSpPr/>
                <p:nvPr/>
              </p:nvSpPr>
              <p:spPr>
                <a:xfrm rot="10800000">
                  <a:off x="16020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0" name="Google Shape;1395;p31"/>
                <p:cNvSpPr/>
                <p:nvPr/>
              </p:nvSpPr>
              <p:spPr>
                <a:xfrm rot="10800000">
                  <a:off x="12456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1" name="Google Shape;1396;p31"/>
                <p:cNvSpPr/>
                <p:nvPr/>
              </p:nvSpPr>
              <p:spPr>
                <a:xfrm rot="10800000">
                  <a:off x="8928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2" name="Google Shape;1397;p31"/>
                <p:cNvSpPr/>
                <p:nvPr/>
              </p:nvSpPr>
              <p:spPr>
                <a:xfrm rot="10800000">
                  <a:off x="5400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3" name="Google Shape;1398;p31"/>
                <p:cNvSpPr/>
                <p:nvPr/>
              </p:nvSpPr>
              <p:spPr>
                <a:xfrm rot="10800000">
                  <a:off x="1836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4" name="Google Shape;1399;p31"/>
                <p:cNvSpPr/>
                <p:nvPr/>
              </p:nvSpPr>
              <p:spPr>
                <a:xfrm rot="10800000">
                  <a:off x="-1692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85" name="Google Shape;1400;p31"/>
              <p:cNvGrpSpPr/>
              <p:nvPr/>
            </p:nvGrpSpPr>
            <p:grpSpPr>
              <a:xfrm>
                <a:off x="258840" y="4609080"/>
                <a:ext cx="328320" cy="327960"/>
                <a:chOff x="258840" y="4609080"/>
                <a:chExt cx="328320" cy="327960"/>
              </a:xfrm>
            </p:grpSpPr>
            <p:sp>
              <p:nvSpPr>
                <p:cNvPr id="1086" name="Google Shape;1401;p31"/>
                <p:cNvSpPr/>
                <p:nvPr/>
              </p:nvSpPr>
              <p:spPr>
                <a:xfrm rot="10800000">
                  <a:off x="47160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7" name="Google Shape;1402;p31"/>
                <p:cNvSpPr/>
                <p:nvPr/>
              </p:nvSpPr>
              <p:spPr>
                <a:xfrm rot="10800000">
                  <a:off x="43632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8" name="Google Shape;1403;p31"/>
                <p:cNvSpPr/>
                <p:nvPr/>
              </p:nvSpPr>
              <p:spPr>
                <a:xfrm rot="10800000">
                  <a:off x="40068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9" name="Google Shape;1404;p31"/>
                <p:cNvSpPr/>
                <p:nvPr/>
              </p:nvSpPr>
              <p:spPr>
                <a:xfrm rot="10800000">
                  <a:off x="36540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0" name="Google Shape;1405;p31"/>
                <p:cNvSpPr/>
                <p:nvPr/>
              </p:nvSpPr>
              <p:spPr>
                <a:xfrm rot="10800000">
                  <a:off x="32976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1" name="Google Shape;1406;p31"/>
                <p:cNvSpPr/>
                <p:nvPr/>
              </p:nvSpPr>
              <p:spPr>
                <a:xfrm rot="10800000">
                  <a:off x="29448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2" name="Google Shape;1407;p31"/>
                <p:cNvSpPr/>
                <p:nvPr/>
              </p:nvSpPr>
              <p:spPr>
                <a:xfrm rot="10800000">
                  <a:off x="25884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93" name="Google Shape;1408;p31"/>
              <p:cNvGrpSpPr/>
              <p:nvPr/>
            </p:nvGrpSpPr>
            <p:grpSpPr>
              <a:xfrm>
                <a:off x="206640" y="4937400"/>
                <a:ext cx="327960" cy="328320"/>
                <a:chOff x="206640" y="4937400"/>
                <a:chExt cx="327960" cy="328320"/>
              </a:xfrm>
            </p:grpSpPr>
            <p:sp>
              <p:nvSpPr>
                <p:cNvPr id="1094" name="Google Shape;1409;p31"/>
                <p:cNvSpPr/>
                <p:nvPr/>
              </p:nvSpPr>
              <p:spPr>
                <a:xfrm rot="10800000">
                  <a:off x="419040" y="51501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5" name="Google Shape;1410;p31"/>
                <p:cNvSpPr/>
                <p:nvPr/>
              </p:nvSpPr>
              <p:spPr>
                <a:xfrm rot="10800000">
                  <a:off x="383760" y="51148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6" name="Google Shape;1411;p31"/>
                <p:cNvSpPr/>
                <p:nvPr/>
              </p:nvSpPr>
              <p:spPr>
                <a:xfrm rot="10800000">
                  <a:off x="348480" y="50792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7" name="Google Shape;1412;p31"/>
                <p:cNvSpPr/>
                <p:nvPr/>
              </p:nvSpPr>
              <p:spPr>
                <a:xfrm rot="10800000">
                  <a:off x="312840" y="504396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8" name="Google Shape;1413;p31"/>
                <p:cNvSpPr/>
                <p:nvPr/>
              </p:nvSpPr>
              <p:spPr>
                <a:xfrm rot="10800000">
                  <a:off x="277560" y="500832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9" name="Google Shape;1414;p31"/>
                <p:cNvSpPr/>
                <p:nvPr/>
              </p:nvSpPr>
              <p:spPr>
                <a:xfrm rot="10800000">
                  <a:off x="242280" y="49730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0" name="Google Shape;1415;p31"/>
                <p:cNvSpPr/>
                <p:nvPr/>
              </p:nvSpPr>
              <p:spPr>
                <a:xfrm rot="10800000">
                  <a:off x="206640" y="49374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101" name="Google Shape;1416;p31"/>
            <p:cNvGrpSpPr/>
            <p:nvPr/>
          </p:nvGrpSpPr>
          <p:grpSpPr>
            <a:xfrm>
              <a:off x="-999000" y="4796640"/>
              <a:ext cx="4558320" cy="133920"/>
              <a:chOff x="-999000" y="4796640"/>
              <a:chExt cx="4558320" cy="133920"/>
            </a:xfrm>
          </p:grpSpPr>
          <p:sp>
            <p:nvSpPr>
              <p:cNvPr id="1102" name="Google Shape;1417;p31"/>
              <p:cNvSpPr/>
              <p:nvPr/>
            </p:nvSpPr>
            <p:spPr>
              <a:xfrm>
                <a:off x="3425400" y="47966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F5F8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03" name="Google Shape;1418;p31"/>
              <p:cNvCxnSpPr/>
              <p:nvPr/>
            </p:nvCxnSpPr>
            <p:spPr>
              <a:xfrm>
                <a:off x="-999000" y="4863600"/>
                <a:ext cx="4462560" cy="360"/>
              </a:xfrm>
              <a:prstGeom prst="straightConnector1">
                <a:avLst/>
              </a:prstGeom>
              <a:ln w="9525">
                <a:solidFill>
                  <a:srgbClr val="F5F8FF"/>
                </a:solidFill>
                <a:round/>
              </a:ln>
            </p:spPr>
          </p:cxnSp>
          <p:sp>
            <p:nvSpPr>
              <p:cNvPr id="1104" name="Google Shape;1419;p31"/>
              <p:cNvSpPr/>
              <p:nvPr/>
            </p:nvSpPr>
            <p:spPr>
              <a:xfrm>
                <a:off x="3455640" y="4826520"/>
                <a:ext cx="73440" cy="734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06" name="Google Shape;180;p5"/>
          <p:cNvGrpSpPr/>
          <p:nvPr/>
        </p:nvGrpSpPr>
        <p:grpSpPr>
          <a:xfrm>
            <a:off x="7579080" y="-889920"/>
            <a:ext cx="2898000" cy="3032640"/>
            <a:chOff x="7579080" y="-889920"/>
            <a:chExt cx="2898000" cy="3032640"/>
          </a:xfrm>
        </p:grpSpPr>
        <p:pic>
          <p:nvPicPr>
            <p:cNvPr id="1107" name="Google Shape;181;p5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511760" y="-822600"/>
              <a:ext cx="3032640" cy="2898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108" name="Google Shape;182;p5"/>
            <p:cNvGrpSpPr/>
            <p:nvPr/>
          </p:nvGrpSpPr>
          <p:grpSpPr>
            <a:xfrm>
              <a:off x="8700480" y="-249840"/>
              <a:ext cx="1459800" cy="1171440"/>
              <a:chOff x="8700480" y="-249840"/>
              <a:chExt cx="1459800" cy="1171440"/>
            </a:xfrm>
          </p:grpSpPr>
          <p:sp>
            <p:nvSpPr>
              <p:cNvPr id="1109" name="Google Shape;183;p5"/>
              <p:cNvSpPr/>
              <p:nvPr/>
            </p:nvSpPr>
            <p:spPr>
              <a:xfrm>
                <a:off x="9074160" y="-18720"/>
                <a:ext cx="1086120" cy="940320"/>
              </a:xfrm>
              <a:custGeom>
                <a:avLst/>
                <a:gdLst>
                  <a:gd name="textAreaLeft" fmla="*/ 0 w 1086120"/>
                  <a:gd name="textAreaRight" fmla="*/ 1086480 w 1086120"/>
                  <a:gd name="textAreaTop" fmla="*/ 0 h 940320"/>
                  <a:gd name="textAreaBottom" fmla="*/ 940680 h 940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0" name="Google Shape;184;p5"/>
              <p:cNvSpPr/>
              <p:nvPr/>
            </p:nvSpPr>
            <p:spPr>
              <a:xfrm>
                <a:off x="9054000" y="-24984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1" name="Google Shape;185;p5"/>
              <p:cNvSpPr/>
              <p:nvPr/>
            </p:nvSpPr>
            <p:spPr>
              <a:xfrm>
                <a:off x="8700480" y="-1872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12" name="Google Shape;186;p5"/>
          <p:cNvGrpSpPr/>
          <p:nvPr/>
        </p:nvGrpSpPr>
        <p:grpSpPr>
          <a:xfrm>
            <a:off x="-613800" y="3694320"/>
            <a:ext cx="2048040" cy="2238120"/>
            <a:chOff x="-613800" y="3694320"/>
            <a:chExt cx="2048040" cy="2238120"/>
          </a:xfrm>
        </p:grpSpPr>
        <p:grpSp>
          <p:nvGrpSpPr>
            <p:cNvPr id="1113" name="Google Shape;187;p5"/>
            <p:cNvGrpSpPr/>
            <p:nvPr/>
          </p:nvGrpSpPr>
          <p:grpSpPr>
            <a:xfrm>
              <a:off x="-613800" y="3694320"/>
              <a:ext cx="1915560" cy="2238120"/>
              <a:chOff x="-613800" y="3694320"/>
              <a:chExt cx="1915560" cy="2238120"/>
            </a:xfrm>
          </p:grpSpPr>
          <p:grpSp>
            <p:nvGrpSpPr>
              <p:cNvPr id="1114" name="Google Shape;188;p5"/>
              <p:cNvGrpSpPr/>
              <p:nvPr/>
            </p:nvGrpSpPr>
            <p:grpSpPr>
              <a:xfrm>
                <a:off x="-613800" y="4086360"/>
                <a:ext cx="1915560" cy="1537920"/>
                <a:chOff x="-613800" y="4086360"/>
                <a:chExt cx="1915560" cy="1537920"/>
              </a:xfrm>
            </p:grpSpPr>
            <p:sp>
              <p:nvSpPr>
                <p:cNvPr id="1115" name="Google Shape;189;p5"/>
                <p:cNvSpPr/>
                <p:nvPr/>
              </p:nvSpPr>
              <p:spPr>
                <a:xfrm flipH="1">
                  <a:off x="-613800" y="4389840"/>
                  <a:ext cx="1425600" cy="1234440"/>
                </a:xfrm>
                <a:custGeom>
                  <a:avLst/>
                  <a:gdLst>
                    <a:gd name="textAreaLeft" fmla="*/ 360 w 1425600"/>
                    <a:gd name="textAreaRight" fmla="*/ 1426320 w 1425600"/>
                    <a:gd name="textAreaTop" fmla="*/ 0 h 1234440"/>
                    <a:gd name="textAreaBottom" fmla="*/ 1234800 h 123444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6" name="Google Shape;190;p5"/>
                <p:cNvSpPr/>
                <p:nvPr/>
              </p:nvSpPr>
              <p:spPr>
                <a:xfrm flipH="1">
                  <a:off x="-181080" y="408636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7" name="Google Shape;191;p5"/>
                <p:cNvSpPr/>
                <p:nvPr/>
              </p:nvSpPr>
              <p:spPr>
                <a:xfrm flipH="1">
                  <a:off x="282960" y="438984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18" name="Google Shape;192;p5"/>
              <p:cNvGrpSpPr/>
              <p:nvPr/>
            </p:nvGrpSpPr>
            <p:grpSpPr>
              <a:xfrm>
                <a:off x="-462240" y="3694320"/>
                <a:ext cx="1447920" cy="2238120"/>
                <a:chOff x="-462240" y="3694320"/>
                <a:chExt cx="1447920" cy="2238120"/>
              </a:xfrm>
            </p:grpSpPr>
            <p:grpSp>
              <p:nvGrpSpPr>
                <p:cNvPr id="1119" name="Google Shape;193;p5"/>
                <p:cNvGrpSpPr/>
                <p:nvPr/>
              </p:nvGrpSpPr>
              <p:grpSpPr>
                <a:xfrm>
                  <a:off x="-428760" y="3946680"/>
                  <a:ext cx="981000" cy="1985760"/>
                  <a:chOff x="-428760" y="3946680"/>
                  <a:chExt cx="981000" cy="1985760"/>
                </a:xfrm>
              </p:grpSpPr>
              <p:sp>
                <p:nvSpPr>
                  <p:cNvPr id="1120" name="Google Shape;194;p5"/>
                  <p:cNvSpPr/>
                  <p:nvPr/>
                </p:nvSpPr>
                <p:spPr>
                  <a:xfrm rot="10800000">
                    <a:off x="-428400" y="394668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1" name="Google Shape;195;p5"/>
                  <p:cNvSpPr/>
                  <p:nvPr/>
                </p:nvSpPr>
                <p:spPr>
                  <a:xfrm rot="10800000">
                    <a:off x="-291600" y="394740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22" name="Google Shape;196;p5"/>
                <p:cNvGrpSpPr/>
                <p:nvPr/>
              </p:nvGrpSpPr>
              <p:grpSpPr>
                <a:xfrm>
                  <a:off x="210960" y="4983120"/>
                  <a:ext cx="699120" cy="478080"/>
                  <a:chOff x="210960" y="4983120"/>
                  <a:chExt cx="699120" cy="478080"/>
                </a:xfrm>
              </p:grpSpPr>
              <p:grpSp>
                <p:nvGrpSpPr>
                  <p:cNvPr id="1123" name="Google Shape;197;p5"/>
                  <p:cNvGrpSpPr/>
                  <p:nvPr/>
                </p:nvGrpSpPr>
                <p:grpSpPr>
                  <a:xfrm>
                    <a:off x="210960" y="4983120"/>
                    <a:ext cx="478080" cy="478080"/>
                    <a:chOff x="210960" y="4983120"/>
                    <a:chExt cx="478080" cy="478080"/>
                  </a:xfrm>
                </p:grpSpPr>
                <p:sp>
                  <p:nvSpPr>
                    <p:cNvPr id="1124" name="Google Shape;198;p5"/>
                    <p:cNvSpPr/>
                    <p:nvPr/>
                  </p:nvSpPr>
                  <p:spPr>
                    <a:xfrm rot="2700000">
                      <a:off x="277200" y="505656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25" name="Google Shape;199;p5"/>
                    <p:cNvGrpSpPr/>
                    <p:nvPr/>
                  </p:nvGrpSpPr>
                  <p:grpSpPr>
                    <a:xfrm>
                      <a:off x="255600" y="5083920"/>
                      <a:ext cx="387720" cy="222840"/>
                      <a:chOff x="255600" y="5083920"/>
                      <a:chExt cx="387720" cy="222840"/>
                    </a:xfrm>
                  </p:grpSpPr>
                  <p:sp>
                    <p:nvSpPr>
                      <p:cNvPr id="1126" name="Google Shape;200;p5"/>
                      <p:cNvSpPr/>
                      <p:nvPr/>
                    </p:nvSpPr>
                    <p:spPr>
                      <a:xfrm rot="2700000">
                        <a:off x="28836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7" name="Google Shape;201;p5"/>
                      <p:cNvSpPr/>
                      <p:nvPr/>
                    </p:nvSpPr>
                    <p:spPr>
                      <a:xfrm rot="2700000">
                        <a:off x="3294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8" name="Google Shape;202;p5"/>
                      <p:cNvSpPr/>
                      <p:nvPr/>
                    </p:nvSpPr>
                    <p:spPr>
                      <a:xfrm rot="2700000">
                        <a:off x="3708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9" name="Google Shape;203;p5"/>
                      <p:cNvSpPr/>
                      <p:nvPr/>
                    </p:nvSpPr>
                    <p:spPr>
                      <a:xfrm rot="2700000">
                        <a:off x="41184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0" name="Google Shape;204;p5"/>
                      <p:cNvSpPr/>
                      <p:nvPr/>
                    </p:nvSpPr>
                    <p:spPr>
                      <a:xfrm rot="2700000">
                        <a:off x="45288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31" name="Google Shape;205;p5"/>
                  <p:cNvSpPr/>
                  <p:nvPr/>
                </p:nvSpPr>
                <p:spPr>
                  <a:xfrm rot="18900000">
                    <a:off x="542160" y="506232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32" name="Google Shape;206;p5"/>
                <p:cNvGrpSpPr/>
                <p:nvPr/>
              </p:nvGrpSpPr>
              <p:grpSpPr>
                <a:xfrm>
                  <a:off x="-462240" y="3694320"/>
                  <a:ext cx="1047240" cy="1350720"/>
                  <a:chOff x="-462240" y="3694320"/>
                  <a:chExt cx="1047240" cy="1350720"/>
                </a:xfrm>
              </p:grpSpPr>
              <p:sp>
                <p:nvSpPr>
                  <p:cNvPr id="1133" name="Google Shape;207;p5"/>
                  <p:cNvSpPr/>
                  <p:nvPr/>
                </p:nvSpPr>
                <p:spPr>
                  <a:xfrm rot="13500000">
                    <a:off x="-115200" y="434772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4" name="Google Shape;208;p5"/>
                  <p:cNvSpPr/>
                  <p:nvPr/>
                </p:nvSpPr>
                <p:spPr>
                  <a:xfrm rot="13500000">
                    <a:off x="-191160" y="41634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5" name="Google Shape;209;p5"/>
                  <p:cNvSpPr/>
                  <p:nvPr/>
                </p:nvSpPr>
                <p:spPr>
                  <a:xfrm rot="13500000">
                    <a:off x="-267480" y="39996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6" name="Google Shape;210;p5"/>
                  <p:cNvSpPr/>
                  <p:nvPr/>
                </p:nvSpPr>
                <p:spPr>
                  <a:xfrm rot="13500000">
                    <a:off x="-343800" y="381528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37" name="Google Shape;211;p5"/>
                <p:cNvGrpSpPr/>
                <p:nvPr/>
              </p:nvGrpSpPr>
              <p:grpSpPr>
                <a:xfrm>
                  <a:off x="286560" y="4643640"/>
                  <a:ext cx="699120" cy="478080"/>
                  <a:chOff x="286560" y="4643640"/>
                  <a:chExt cx="699120" cy="478080"/>
                </a:xfrm>
              </p:grpSpPr>
              <p:grpSp>
                <p:nvGrpSpPr>
                  <p:cNvPr id="1138" name="Google Shape;212;p5"/>
                  <p:cNvGrpSpPr/>
                  <p:nvPr/>
                </p:nvGrpSpPr>
                <p:grpSpPr>
                  <a:xfrm>
                    <a:off x="286560" y="4643640"/>
                    <a:ext cx="478080" cy="478080"/>
                    <a:chOff x="286560" y="4643640"/>
                    <a:chExt cx="478080" cy="478080"/>
                  </a:xfrm>
                </p:grpSpPr>
                <p:sp>
                  <p:nvSpPr>
                    <p:cNvPr id="1139" name="Google Shape;213;p5"/>
                    <p:cNvSpPr/>
                    <p:nvPr/>
                  </p:nvSpPr>
                  <p:spPr>
                    <a:xfrm rot="2700000">
                      <a:off x="352800" y="471708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40" name="Google Shape;214;p5"/>
                    <p:cNvGrpSpPr/>
                    <p:nvPr/>
                  </p:nvGrpSpPr>
                  <p:grpSpPr>
                    <a:xfrm>
                      <a:off x="331560" y="4744440"/>
                      <a:ext cx="387360" cy="222840"/>
                      <a:chOff x="331560" y="4744440"/>
                      <a:chExt cx="387360" cy="222840"/>
                    </a:xfrm>
                  </p:grpSpPr>
                  <p:sp>
                    <p:nvSpPr>
                      <p:cNvPr id="1141" name="Google Shape;215;p5"/>
                      <p:cNvSpPr/>
                      <p:nvPr/>
                    </p:nvSpPr>
                    <p:spPr>
                      <a:xfrm rot="2700000">
                        <a:off x="36432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2" name="Google Shape;216;p5"/>
                      <p:cNvSpPr/>
                      <p:nvPr/>
                    </p:nvSpPr>
                    <p:spPr>
                      <a:xfrm rot="2700000">
                        <a:off x="40536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3" name="Google Shape;217;p5"/>
                      <p:cNvSpPr/>
                      <p:nvPr/>
                    </p:nvSpPr>
                    <p:spPr>
                      <a:xfrm rot="2700000">
                        <a:off x="44640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4" name="Google Shape;218;p5"/>
                      <p:cNvSpPr/>
                      <p:nvPr/>
                    </p:nvSpPr>
                    <p:spPr>
                      <a:xfrm rot="2700000">
                        <a:off x="48744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5" name="Google Shape;219;p5"/>
                      <p:cNvSpPr/>
                      <p:nvPr/>
                    </p:nvSpPr>
                    <p:spPr>
                      <a:xfrm rot="2700000">
                        <a:off x="52848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46" name="Google Shape;220;p5"/>
                  <p:cNvSpPr/>
                  <p:nvPr/>
                </p:nvSpPr>
                <p:spPr>
                  <a:xfrm rot="18900000">
                    <a:off x="617760" y="472284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47" name="Google Shape;221;p5"/>
                <p:cNvGrpSpPr/>
                <p:nvPr/>
              </p:nvGrpSpPr>
              <p:grpSpPr>
                <a:xfrm>
                  <a:off x="-217440" y="4700160"/>
                  <a:ext cx="699120" cy="478080"/>
                  <a:chOff x="-217440" y="4700160"/>
                  <a:chExt cx="699120" cy="478080"/>
                </a:xfrm>
              </p:grpSpPr>
              <p:grpSp>
                <p:nvGrpSpPr>
                  <p:cNvPr id="1148" name="Google Shape;222;p5"/>
                  <p:cNvGrpSpPr/>
                  <p:nvPr/>
                </p:nvGrpSpPr>
                <p:grpSpPr>
                  <a:xfrm>
                    <a:off x="-217440" y="4700160"/>
                    <a:ext cx="478080" cy="478080"/>
                    <a:chOff x="-217440" y="4700160"/>
                    <a:chExt cx="478080" cy="478080"/>
                  </a:xfrm>
                </p:grpSpPr>
                <p:sp>
                  <p:nvSpPr>
                    <p:cNvPr id="1149" name="Google Shape;223;p5"/>
                    <p:cNvSpPr/>
                    <p:nvPr/>
                  </p:nvSpPr>
                  <p:spPr>
                    <a:xfrm rot="2700000">
                      <a:off x="-150840" y="477360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50" name="Google Shape;224;p5"/>
                    <p:cNvGrpSpPr/>
                    <p:nvPr/>
                  </p:nvGrpSpPr>
                  <p:grpSpPr>
                    <a:xfrm>
                      <a:off x="-172440" y="4800960"/>
                      <a:ext cx="387360" cy="222840"/>
                      <a:chOff x="-172440" y="4800960"/>
                      <a:chExt cx="387360" cy="222840"/>
                    </a:xfrm>
                  </p:grpSpPr>
                  <p:sp>
                    <p:nvSpPr>
                      <p:cNvPr id="1151" name="Google Shape;225;p5"/>
                      <p:cNvSpPr/>
                      <p:nvPr/>
                    </p:nvSpPr>
                    <p:spPr>
                      <a:xfrm rot="2700000">
                        <a:off x="-13968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2" name="Google Shape;226;p5"/>
                      <p:cNvSpPr/>
                      <p:nvPr/>
                    </p:nvSpPr>
                    <p:spPr>
                      <a:xfrm rot="2700000">
                        <a:off x="-9864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3" name="Google Shape;227;p5"/>
                      <p:cNvSpPr/>
                      <p:nvPr/>
                    </p:nvSpPr>
                    <p:spPr>
                      <a:xfrm rot="2700000">
                        <a:off x="-5760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4" name="Google Shape;228;p5"/>
                      <p:cNvSpPr/>
                      <p:nvPr/>
                    </p:nvSpPr>
                    <p:spPr>
                      <a:xfrm rot="2700000">
                        <a:off x="-1656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5" name="Google Shape;229;p5"/>
                      <p:cNvSpPr/>
                      <p:nvPr/>
                    </p:nvSpPr>
                    <p:spPr>
                      <a:xfrm rot="2700000">
                        <a:off x="2412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56" name="Google Shape;230;p5"/>
                  <p:cNvSpPr/>
                  <p:nvPr/>
                </p:nvSpPr>
                <p:spPr>
                  <a:xfrm rot="18900000">
                    <a:off x="113760" y="477936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157" name="Google Shape;231;p5"/>
            <p:cNvGrpSpPr/>
            <p:nvPr/>
          </p:nvGrpSpPr>
          <p:grpSpPr>
            <a:xfrm>
              <a:off x="995400" y="4915080"/>
              <a:ext cx="438840" cy="438840"/>
              <a:chOff x="995400" y="4915080"/>
              <a:chExt cx="438840" cy="438840"/>
            </a:xfrm>
          </p:grpSpPr>
          <p:sp>
            <p:nvSpPr>
              <p:cNvPr id="1158" name="Google Shape;232;p5"/>
              <p:cNvSpPr/>
              <p:nvPr/>
            </p:nvSpPr>
            <p:spPr>
              <a:xfrm rot="5400000">
                <a:off x="995400" y="4915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9" name="Google Shape;233;p5"/>
              <p:cNvSpPr/>
              <p:nvPr/>
            </p:nvSpPr>
            <p:spPr>
              <a:xfrm rot="5400000">
                <a:off x="1083240" y="5015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60" name="Google Shape;234;p5"/>
          <p:cNvGrpSpPr/>
          <p:nvPr/>
        </p:nvGrpSpPr>
        <p:grpSpPr>
          <a:xfrm>
            <a:off x="-2352240" y="-456480"/>
            <a:ext cx="5306760" cy="2547000"/>
            <a:chOff x="-2352240" y="-456480"/>
            <a:chExt cx="5306760" cy="2547000"/>
          </a:xfrm>
        </p:grpSpPr>
        <p:grpSp>
          <p:nvGrpSpPr>
            <p:cNvPr id="1161" name="Google Shape;235;p5"/>
            <p:cNvGrpSpPr/>
            <p:nvPr/>
          </p:nvGrpSpPr>
          <p:grpSpPr>
            <a:xfrm>
              <a:off x="-1350360" y="-456480"/>
              <a:ext cx="2555280" cy="2547000"/>
              <a:chOff x="-1350360" y="-456480"/>
              <a:chExt cx="2555280" cy="2547000"/>
            </a:xfrm>
          </p:grpSpPr>
          <p:sp>
            <p:nvSpPr>
              <p:cNvPr id="1162" name="Google Shape;236;p5"/>
              <p:cNvSpPr/>
              <p:nvPr/>
            </p:nvSpPr>
            <p:spPr>
              <a:xfrm rot="13500000" flipH="1">
                <a:off x="-502920" y="-35712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3" name="Google Shape;237;p5"/>
              <p:cNvSpPr/>
              <p:nvPr/>
            </p:nvSpPr>
            <p:spPr>
              <a:xfrm rot="13500000" flipH="1">
                <a:off x="-623880" y="-46944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64" name="Google Shape;238;p5"/>
            <p:cNvSpPr/>
            <p:nvPr/>
          </p:nvSpPr>
          <p:spPr>
            <a:xfrm rot="16200000">
              <a:off x="1678680" y="-104796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65" name="Google Shape;239;p5"/>
            <p:cNvGrpSpPr/>
            <p:nvPr/>
          </p:nvGrpSpPr>
          <p:grpSpPr>
            <a:xfrm>
              <a:off x="-2352240" y="93600"/>
              <a:ext cx="4558680" cy="133920"/>
              <a:chOff x="-2352240" y="93600"/>
              <a:chExt cx="4558680" cy="133920"/>
            </a:xfrm>
          </p:grpSpPr>
          <p:sp>
            <p:nvSpPr>
              <p:cNvPr id="1166" name="Google Shape;240;p5"/>
              <p:cNvSpPr/>
              <p:nvPr/>
            </p:nvSpPr>
            <p:spPr>
              <a:xfrm>
                <a:off x="2072520" y="936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67" name="Google Shape;241;p5"/>
              <p:cNvCxnSpPr/>
              <p:nvPr/>
            </p:nvCxnSpPr>
            <p:spPr>
              <a:xfrm>
                <a:off x="-2352240" y="16056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68" name="Google Shape;242;p5"/>
              <p:cNvSpPr/>
              <p:nvPr/>
            </p:nvSpPr>
            <p:spPr>
              <a:xfrm>
                <a:off x="2102400" y="1238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69" name="Google Shape;243;p5"/>
          <p:cNvGrpSpPr/>
          <p:nvPr/>
        </p:nvGrpSpPr>
        <p:grpSpPr>
          <a:xfrm>
            <a:off x="6795360" y="3095280"/>
            <a:ext cx="4558680" cy="2438280"/>
            <a:chOff x="6795360" y="3095280"/>
            <a:chExt cx="4558680" cy="2438280"/>
          </a:xfrm>
        </p:grpSpPr>
        <p:grpSp>
          <p:nvGrpSpPr>
            <p:cNvPr id="1170" name="Google Shape;244;p5"/>
            <p:cNvGrpSpPr/>
            <p:nvPr/>
          </p:nvGrpSpPr>
          <p:grpSpPr>
            <a:xfrm>
              <a:off x="7644600" y="3095280"/>
              <a:ext cx="2439000" cy="2438280"/>
              <a:chOff x="7644600" y="3095280"/>
              <a:chExt cx="2439000" cy="2438280"/>
            </a:xfrm>
          </p:grpSpPr>
          <p:sp>
            <p:nvSpPr>
              <p:cNvPr id="1171" name="Google Shape;245;p5"/>
              <p:cNvSpPr/>
              <p:nvPr/>
            </p:nvSpPr>
            <p:spPr>
              <a:xfrm rot="2700000" flipH="1">
                <a:off x="8316000" y="310428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2" name="Google Shape;246;p5"/>
              <p:cNvSpPr/>
              <p:nvPr/>
            </p:nvSpPr>
            <p:spPr>
              <a:xfrm rot="2700000" flipH="1">
                <a:off x="8429040" y="321660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3" name="Google Shape;247;p5"/>
            <p:cNvGrpSpPr/>
            <p:nvPr/>
          </p:nvGrpSpPr>
          <p:grpSpPr>
            <a:xfrm>
              <a:off x="6795360" y="5002920"/>
              <a:ext cx="4558680" cy="133920"/>
              <a:chOff x="6795360" y="5002920"/>
              <a:chExt cx="4558680" cy="133920"/>
            </a:xfrm>
          </p:grpSpPr>
          <p:sp>
            <p:nvSpPr>
              <p:cNvPr id="1174" name="Google Shape;248;p5"/>
              <p:cNvSpPr/>
              <p:nvPr/>
            </p:nvSpPr>
            <p:spPr>
              <a:xfrm rot="10800000">
                <a:off x="6795360" y="500292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75" name="Google Shape;249;p5"/>
              <p:cNvCxnSpPr/>
              <p:nvPr/>
            </p:nvCxnSpPr>
            <p:spPr>
              <a:xfrm flipH="1">
                <a:off x="6891120" y="506952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76" name="Google Shape;250;p5"/>
              <p:cNvSpPr/>
              <p:nvPr/>
            </p:nvSpPr>
            <p:spPr>
              <a:xfrm rot="10800000">
                <a:off x="6825600" y="50331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252;p6"/>
          <p:cNvGrpSpPr/>
          <p:nvPr/>
        </p:nvGrpSpPr>
        <p:grpSpPr>
          <a:xfrm>
            <a:off x="-2151360" y="-1921320"/>
            <a:ext cx="4718880" cy="4718880"/>
            <a:chOff x="-2151360" y="-1921320"/>
            <a:chExt cx="4718880" cy="4718880"/>
          </a:xfrm>
        </p:grpSpPr>
        <p:sp>
          <p:nvSpPr>
            <p:cNvPr id="1178" name="Google Shape;253;p6"/>
            <p:cNvSpPr/>
            <p:nvPr/>
          </p:nvSpPr>
          <p:spPr>
            <a:xfrm rot="9900000">
              <a:off x="-613440" y="-523440"/>
              <a:ext cx="2152080" cy="1863720"/>
            </a:xfrm>
            <a:custGeom>
              <a:avLst/>
              <a:gdLst>
                <a:gd name="textAreaLeft" fmla="*/ 0 w 2152080"/>
                <a:gd name="textAreaRight" fmla="*/ 2152440 w 2152080"/>
                <a:gd name="textAreaTop" fmla="*/ 0 h 1863720"/>
                <a:gd name="textAreaBottom" fmla="*/ 1864080 h 18637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0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179" name="Google Shape;254;p6"/>
            <p:cNvPicPr/>
            <p:nvPr/>
          </p:nvPicPr>
          <p:blipFill>
            <a:blip r:embed="rId2"/>
            <a:srcRect t="17653" b="17662"/>
            <a:stretch/>
          </p:blipFill>
          <p:spPr>
            <a:xfrm rot="13500000">
              <a:off x="-1684080" y="-1005840"/>
              <a:ext cx="3784680" cy="2888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81" name="Google Shape;256;p6"/>
          <p:cNvGrpSpPr/>
          <p:nvPr/>
        </p:nvGrpSpPr>
        <p:grpSpPr>
          <a:xfrm>
            <a:off x="8106840" y="-844560"/>
            <a:ext cx="1790280" cy="2767680"/>
            <a:chOff x="8106840" y="-844560"/>
            <a:chExt cx="1790280" cy="2767680"/>
          </a:xfrm>
        </p:grpSpPr>
        <p:grpSp>
          <p:nvGrpSpPr>
            <p:cNvPr id="1182" name="Google Shape;257;p6"/>
            <p:cNvGrpSpPr/>
            <p:nvPr/>
          </p:nvGrpSpPr>
          <p:grpSpPr>
            <a:xfrm>
              <a:off x="8642880" y="-844560"/>
              <a:ext cx="1213560" cy="2455200"/>
              <a:chOff x="8642880" y="-844560"/>
              <a:chExt cx="1213560" cy="2455200"/>
            </a:xfrm>
          </p:grpSpPr>
          <p:sp>
            <p:nvSpPr>
              <p:cNvPr id="1183" name="Google Shape;258;p6"/>
              <p:cNvSpPr/>
              <p:nvPr/>
            </p:nvSpPr>
            <p:spPr>
              <a:xfrm>
                <a:off x="8812440" y="-84384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4" name="Google Shape;259;p6"/>
              <p:cNvSpPr/>
              <p:nvPr/>
            </p:nvSpPr>
            <p:spPr>
              <a:xfrm>
                <a:off x="8642880" y="-84456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5" name="Google Shape;260;p6"/>
            <p:cNvGrpSpPr/>
            <p:nvPr/>
          </p:nvGrpSpPr>
          <p:grpSpPr>
            <a:xfrm>
              <a:off x="8200440" y="-261720"/>
              <a:ext cx="864360" cy="591120"/>
              <a:chOff x="8200440" y="-261720"/>
              <a:chExt cx="864360" cy="591120"/>
            </a:xfrm>
          </p:grpSpPr>
          <p:grpSp>
            <p:nvGrpSpPr>
              <p:cNvPr id="1186" name="Google Shape;261;p6"/>
              <p:cNvGrpSpPr/>
              <p:nvPr/>
            </p:nvGrpSpPr>
            <p:grpSpPr>
              <a:xfrm>
                <a:off x="8473680" y="-261720"/>
                <a:ext cx="591120" cy="591120"/>
                <a:chOff x="8473680" y="-261720"/>
                <a:chExt cx="591120" cy="591120"/>
              </a:xfrm>
            </p:grpSpPr>
            <p:sp>
              <p:nvSpPr>
                <p:cNvPr id="1187" name="Google Shape;262;p6"/>
                <p:cNvSpPr/>
                <p:nvPr/>
              </p:nvSpPr>
              <p:spPr>
                <a:xfrm rot="13500000">
                  <a:off x="8555760" y="-170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188" name="Google Shape;263;p6"/>
                <p:cNvGrpSpPr/>
                <p:nvPr/>
              </p:nvGrpSpPr>
              <p:grpSpPr>
                <a:xfrm>
                  <a:off x="8530920" y="-71280"/>
                  <a:ext cx="478800" cy="276120"/>
                  <a:chOff x="8530920" y="-71280"/>
                  <a:chExt cx="478800" cy="276120"/>
                </a:xfrm>
              </p:grpSpPr>
              <p:sp>
                <p:nvSpPr>
                  <p:cNvPr id="1189" name="Google Shape;264;p6"/>
                  <p:cNvSpPr/>
                  <p:nvPr/>
                </p:nvSpPr>
                <p:spPr>
                  <a:xfrm rot="13500000">
                    <a:off x="877428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0" name="Google Shape;265;p6"/>
                  <p:cNvSpPr/>
                  <p:nvPr/>
                </p:nvSpPr>
                <p:spPr>
                  <a:xfrm rot="13500000">
                    <a:off x="872352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1" name="Google Shape;266;p6"/>
                  <p:cNvSpPr/>
                  <p:nvPr/>
                </p:nvSpPr>
                <p:spPr>
                  <a:xfrm rot="13500000">
                    <a:off x="86724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2" name="Google Shape;267;p6"/>
                  <p:cNvSpPr/>
                  <p:nvPr/>
                </p:nvSpPr>
                <p:spPr>
                  <a:xfrm rot="13500000">
                    <a:off x="86220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3" name="Google Shape;268;p6"/>
                  <p:cNvSpPr/>
                  <p:nvPr/>
                </p:nvSpPr>
                <p:spPr>
                  <a:xfrm rot="13500000">
                    <a:off x="857124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194" name="Google Shape;269;p6"/>
              <p:cNvSpPr/>
              <p:nvPr/>
            </p:nvSpPr>
            <p:spPr>
              <a:xfrm rot="8100000">
                <a:off x="8254080" y="-8712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5" name="Google Shape;270;p6"/>
            <p:cNvGrpSpPr/>
            <p:nvPr/>
          </p:nvGrpSpPr>
          <p:grpSpPr>
            <a:xfrm>
              <a:off x="8602560" y="252720"/>
              <a:ext cx="1294560" cy="1670400"/>
              <a:chOff x="8602560" y="252720"/>
              <a:chExt cx="1294560" cy="1670400"/>
            </a:xfrm>
          </p:grpSpPr>
          <p:sp>
            <p:nvSpPr>
              <p:cNvPr id="1196" name="Google Shape;271;p6"/>
              <p:cNvSpPr/>
              <p:nvPr/>
            </p:nvSpPr>
            <p:spPr>
              <a:xfrm rot="2700000">
                <a:off x="8748720" y="4024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7" name="Google Shape;272;p6"/>
              <p:cNvSpPr/>
              <p:nvPr/>
            </p:nvSpPr>
            <p:spPr>
              <a:xfrm rot="2700000">
                <a:off x="8843040" y="63036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8" name="Google Shape;273;p6"/>
              <p:cNvSpPr/>
              <p:nvPr/>
            </p:nvSpPr>
            <p:spPr>
              <a:xfrm rot="2700000">
                <a:off x="8937360" y="8326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274;p6"/>
              <p:cNvSpPr/>
              <p:nvPr/>
            </p:nvSpPr>
            <p:spPr>
              <a:xfrm rot="2700000">
                <a:off x="9031320" y="106092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00" name="Google Shape;275;p6"/>
            <p:cNvGrpSpPr/>
            <p:nvPr/>
          </p:nvGrpSpPr>
          <p:grpSpPr>
            <a:xfrm>
              <a:off x="8106840" y="158040"/>
              <a:ext cx="864360" cy="591120"/>
              <a:chOff x="8106840" y="158040"/>
              <a:chExt cx="864360" cy="591120"/>
            </a:xfrm>
          </p:grpSpPr>
          <p:grpSp>
            <p:nvGrpSpPr>
              <p:cNvPr id="1201" name="Google Shape;276;p6"/>
              <p:cNvGrpSpPr/>
              <p:nvPr/>
            </p:nvGrpSpPr>
            <p:grpSpPr>
              <a:xfrm>
                <a:off x="8380080" y="158040"/>
                <a:ext cx="591120" cy="591120"/>
                <a:chOff x="8380080" y="158040"/>
                <a:chExt cx="591120" cy="591120"/>
              </a:xfrm>
            </p:grpSpPr>
            <p:sp>
              <p:nvSpPr>
                <p:cNvPr id="1202" name="Google Shape;277;p6"/>
                <p:cNvSpPr/>
                <p:nvPr/>
              </p:nvSpPr>
              <p:spPr>
                <a:xfrm rot="13500000">
                  <a:off x="8462160" y="24912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03" name="Google Shape;278;p6"/>
                <p:cNvGrpSpPr/>
                <p:nvPr/>
              </p:nvGrpSpPr>
              <p:grpSpPr>
                <a:xfrm>
                  <a:off x="8437320" y="348120"/>
                  <a:ext cx="478800" cy="276480"/>
                  <a:chOff x="8437320" y="348120"/>
                  <a:chExt cx="478800" cy="276480"/>
                </a:xfrm>
              </p:grpSpPr>
              <p:sp>
                <p:nvSpPr>
                  <p:cNvPr id="1204" name="Google Shape;279;p6"/>
                  <p:cNvSpPr/>
                  <p:nvPr/>
                </p:nvSpPr>
                <p:spPr>
                  <a:xfrm rot="13500000">
                    <a:off x="868068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5" name="Google Shape;280;p6"/>
                  <p:cNvSpPr/>
                  <p:nvPr/>
                </p:nvSpPr>
                <p:spPr>
                  <a:xfrm rot="13500000">
                    <a:off x="862992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6" name="Google Shape;281;p6"/>
                  <p:cNvSpPr/>
                  <p:nvPr/>
                </p:nvSpPr>
                <p:spPr>
                  <a:xfrm rot="13500000">
                    <a:off x="85788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7" name="Google Shape;282;p6"/>
                  <p:cNvSpPr/>
                  <p:nvPr/>
                </p:nvSpPr>
                <p:spPr>
                  <a:xfrm rot="13500000">
                    <a:off x="85284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8" name="Google Shape;283;p6"/>
                  <p:cNvSpPr/>
                  <p:nvPr/>
                </p:nvSpPr>
                <p:spPr>
                  <a:xfrm rot="13500000">
                    <a:off x="847764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09" name="Google Shape;284;p6"/>
              <p:cNvSpPr/>
              <p:nvPr/>
            </p:nvSpPr>
            <p:spPr>
              <a:xfrm rot="8100000">
                <a:off x="8160480" y="33228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0" name="Google Shape;285;p6"/>
            <p:cNvGrpSpPr/>
            <p:nvPr/>
          </p:nvGrpSpPr>
          <p:grpSpPr>
            <a:xfrm>
              <a:off x="8730000" y="88200"/>
              <a:ext cx="864360" cy="591120"/>
              <a:chOff x="8730000" y="88200"/>
              <a:chExt cx="864360" cy="591120"/>
            </a:xfrm>
          </p:grpSpPr>
          <p:grpSp>
            <p:nvGrpSpPr>
              <p:cNvPr id="1211" name="Google Shape;286;p6"/>
              <p:cNvGrpSpPr/>
              <p:nvPr/>
            </p:nvGrpSpPr>
            <p:grpSpPr>
              <a:xfrm>
                <a:off x="9003240" y="88200"/>
                <a:ext cx="591120" cy="591120"/>
                <a:chOff x="9003240" y="88200"/>
                <a:chExt cx="591120" cy="591120"/>
              </a:xfrm>
            </p:grpSpPr>
            <p:sp>
              <p:nvSpPr>
                <p:cNvPr id="1212" name="Google Shape;287;p6"/>
                <p:cNvSpPr/>
                <p:nvPr/>
              </p:nvSpPr>
              <p:spPr>
                <a:xfrm rot="13500000">
                  <a:off x="9085320" y="179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13" name="Google Shape;288;p6"/>
                <p:cNvGrpSpPr/>
                <p:nvPr/>
              </p:nvGrpSpPr>
              <p:grpSpPr>
                <a:xfrm>
                  <a:off x="9060480" y="278280"/>
                  <a:ext cx="478800" cy="276480"/>
                  <a:chOff x="9060480" y="278280"/>
                  <a:chExt cx="478800" cy="276480"/>
                </a:xfrm>
              </p:grpSpPr>
              <p:sp>
                <p:nvSpPr>
                  <p:cNvPr id="1214" name="Google Shape;289;p6"/>
                  <p:cNvSpPr/>
                  <p:nvPr/>
                </p:nvSpPr>
                <p:spPr>
                  <a:xfrm rot="13500000">
                    <a:off x="930384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5" name="Google Shape;290;p6"/>
                  <p:cNvSpPr/>
                  <p:nvPr/>
                </p:nvSpPr>
                <p:spPr>
                  <a:xfrm rot="13500000">
                    <a:off x="925308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6" name="Google Shape;291;p6"/>
                  <p:cNvSpPr/>
                  <p:nvPr/>
                </p:nvSpPr>
                <p:spPr>
                  <a:xfrm rot="13500000">
                    <a:off x="92019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7" name="Google Shape;292;p6"/>
                  <p:cNvSpPr/>
                  <p:nvPr/>
                </p:nvSpPr>
                <p:spPr>
                  <a:xfrm rot="13500000">
                    <a:off x="91515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8" name="Google Shape;293;p6"/>
                  <p:cNvSpPr/>
                  <p:nvPr/>
                </p:nvSpPr>
                <p:spPr>
                  <a:xfrm rot="13500000">
                    <a:off x="910080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19" name="Google Shape;294;p6"/>
              <p:cNvSpPr/>
              <p:nvPr/>
            </p:nvSpPr>
            <p:spPr>
              <a:xfrm rot="8100000">
                <a:off x="8783640" y="26244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20" name="Google Shape;295;p6"/>
          <p:cNvGrpSpPr/>
          <p:nvPr/>
        </p:nvGrpSpPr>
        <p:grpSpPr>
          <a:xfrm>
            <a:off x="-1498680" y="3182400"/>
            <a:ext cx="4558320" cy="3357000"/>
            <a:chOff x="-1498680" y="3182400"/>
            <a:chExt cx="4558320" cy="3357000"/>
          </a:xfrm>
        </p:grpSpPr>
        <p:grpSp>
          <p:nvGrpSpPr>
            <p:cNvPr id="1221" name="Google Shape;296;p6"/>
            <p:cNvGrpSpPr/>
            <p:nvPr/>
          </p:nvGrpSpPr>
          <p:grpSpPr>
            <a:xfrm>
              <a:off x="-550440" y="3561840"/>
              <a:ext cx="1471680" cy="2977560"/>
              <a:chOff x="-550440" y="3561840"/>
              <a:chExt cx="1471680" cy="2977560"/>
            </a:xfrm>
          </p:grpSpPr>
          <p:sp>
            <p:nvSpPr>
              <p:cNvPr id="1222" name="Google Shape;297;p6"/>
              <p:cNvSpPr/>
              <p:nvPr/>
            </p:nvSpPr>
            <p:spPr>
              <a:xfrm rot="10800000">
                <a:off x="-550080" y="356184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3" name="Google Shape;298;p6"/>
              <p:cNvSpPr/>
              <p:nvPr/>
            </p:nvSpPr>
            <p:spPr>
              <a:xfrm rot="10800000">
                <a:off x="-344520" y="356256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4" name="Google Shape;299;p6"/>
            <p:cNvGrpSpPr/>
            <p:nvPr/>
          </p:nvGrpSpPr>
          <p:grpSpPr>
            <a:xfrm>
              <a:off x="409680" y="5116320"/>
              <a:ext cx="1048320" cy="717120"/>
              <a:chOff x="409680" y="5116320"/>
              <a:chExt cx="1048320" cy="717120"/>
            </a:xfrm>
          </p:grpSpPr>
          <p:grpSp>
            <p:nvGrpSpPr>
              <p:cNvPr id="1225" name="Google Shape;300;p6"/>
              <p:cNvGrpSpPr/>
              <p:nvPr/>
            </p:nvGrpSpPr>
            <p:grpSpPr>
              <a:xfrm>
                <a:off x="409680" y="5116320"/>
                <a:ext cx="717120" cy="717120"/>
                <a:chOff x="409680" y="5116320"/>
                <a:chExt cx="717120" cy="717120"/>
              </a:xfrm>
            </p:grpSpPr>
            <p:sp>
              <p:nvSpPr>
                <p:cNvPr id="1226" name="Google Shape;301;p6"/>
                <p:cNvSpPr/>
                <p:nvPr/>
              </p:nvSpPr>
              <p:spPr>
                <a:xfrm rot="2700000">
                  <a:off x="509040" y="522648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27" name="Google Shape;302;p6"/>
                <p:cNvGrpSpPr/>
                <p:nvPr/>
              </p:nvGrpSpPr>
              <p:grpSpPr>
                <a:xfrm>
                  <a:off x="476280" y="5267520"/>
                  <a:ext cx="581040" cy="335160"/>
                  <a:chOff x="476280" y="5267520"/>
                  <a:chExt cx="581040" cy="335160"/>
                </a:xfrm>
              </p:grpSpPr>
              <p:sp>
                <p:nvSpPr>
                  <p:cNvPr id="1228" name="Google Shape;303;p6"/>
                  <p:cNvSpPr/>
                  <p:nvPr/>
                </p:nvSpPr>
                <p:spPr>
                  <a:xfrm rot="2700000">
                    <a:off x="52524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29" name="Google Shape;304;p6"/>
                  <p:cNvSpPr/>
                  <p:nvPr/>
                </p:nvSpPr>
                <p:spPr>
                  <a:xfrm rot="2700000">
                    <a:off x="58680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0" name="Google Shape;305;p6"/>
                  <p:cNvSpPr/>
                  <p:nvPr/>
                </p:nvSpPr>
                <p:spPr>
                  <a:xfrm rot="2700000">
                    <a:off x="6487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1" name="Google Shape;306;p6"/>
                  <p:cNvSpPr/>
                  <p:nvPr/>
                </p:nvSpPr>
                <p:spPr>
                  <a:xfrm rot="2700000">
                    <a:off x="7099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2" name="Google Shape;307;p6"/>
                  <p:cNvSpPr/>
                  <p:nvPr/>
                </p:nvSpPr>
                <p:spPr>
                  <a:xfrm rot="2700000">
                    <a:off x="77148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33" name="Google Shape;308;p6"/>
              <p:cNvSpPr/>
              <p:nvPr/>
            </p:nvSpPr>
            <p:spPr>
              <a:xfrm rot="18900000">
                <a:off x="905760" y="523512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4" name="Google Shape;309;p6"/>
            <p:cNvGrpSpPr/>
            <p:nvPr/>
          </p:nvGrpSpPr>
          <p:grpSpPr>
            <a:xfrm>
              <a:off x="-493560" y="3182400"/>
              <a:ext cx="1570320" cy="2026440"/>
              <a:chOff x="-493560" y="3182400"/>
              <a:chExt cx="1570320" cy="2026440"/>
            </a:xfrm>
          </p:grpSpPr>
          <p:sp>
            <p:nvSpPr>
              <p:cNvPr id="1235" name="Google Shape;310;p6"/>
              <p:cNvSpPr/>
              <p:nvPr/>
            </p:nvSpPr>
            <p:spPr>
              <a:xfrm rot="2700000">
                <a:off x="-315720" y="336420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6" name="Google Shape;311;p6"/>
              <p:cNvSpPr/>
              <p:nvPr/>
            </p:nvSpPr>
            <p:spPr>
              <a:xfrm rot="2700000">
                <a:off x="-201600" y="364068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7" name="Google Shape;312;p6"/>
              <p:cNvSpPr/>
              <p:nvPr/>
            </p:nvSpPr>
            <p:spPr>
              <a:xfrm rot="2700000">
                <a:off x="-87120" y="388656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8" name="Google Shape;313;p6"/>
              <p:cNvSpPr/>
              <p:nvPr/>
            </p:nvSpPr>
            <p:spPr>
              <a:xfrm rot="2700000">
                <a:off x="26640" y="416304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9" name="Google Shape;314;p6"/>
            <p:cNvGrpSpPr/>
            <p:nvPr/>
          </p:nvGrpSpPr>
          <p:grpSpPr>
            <a:xfrm>
              <a:off x="523080" y="4607280"/>
              <a:ext cx="1048320" cy="717120"/>
              <a:chOff x="523080" y="4607280"/>
              <a:chExt cx="1048320" cy="717120"/>
            </a:xfrm>
          </p:grpSpPr>
          <p:grpSp>
            <p:nvGrpSpPr>
              <p:cNvPr id="1240" name="Google Shape;315;p6"/>
              <p:cNvGrpSpPr/>
              <p:nvPr/>
            </p:nvGrpSpPr>
            <p:grpSpPr>
              <a:xfrm>
                <a:off x="523080" y="4607280"/>
                <a:ext cx="717120" cy="717120"/>
                <a:chOff x="523080" y="4607280"/>
                <a:chExt cx="717120" cy="717120"/>
              </a:xfrm>
            </p:grpSpPr>
            <p:sp>
              <p:nvSpPr>
                <p:cNvPr id="1241" name="Google Shape;316;p6"/>
                <p:cNvSpPr/>
                <p:nvPr/>
              </p:nvSpPr>
              <p:spPr>
                <a:xfrm rot="2700000">
                  <a:off x="622440" y="47174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42" name="Google Shape;317;p6"/>
                <p:cNvGrpSpPr/>
                <p:nvPr/>
              </p:nvGrpSpPr>
              <p:grpSpPr>
                <a:xfrm>
                  <a:off x="590040" y="4758480"/>
                  <a:ext cx="581040" cy="335160"/>
                  <a:chOff x="590040" y="4758480"/>
                  <a:chExt cx="581040" cy="335160"/>
                </a:xfrm>
              </p:grpSpPr>
              <p:sp>
                <p:nvSpPr>
                  <p:cNvPr id="1243" name="Google Shape;318;p6"/>
                  <p:cNvSpPr/>
                  <p:nvPr/>
                </p:nvSpPr>
                <p:spPr>
                  <a:xfrm rot="2700000">
                    <a:off x="63900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4" name="Google Shape;319;p6"/>
                  <p:cNvSpPr/>
                  <p:nvPr/>
                </p:nvSpPr>
                <p:spPr>
                  <a:xfrm rot="2700000">
                    <a:off x="70056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5" name="Google Shape;320;p6"/>
                  <p:cNvSpPr/>
                  <p:nvPr/>
                </p:nvSpPr>
                <p:spPr>
                  <a:xfrm rot="2700000">
                    <a:off x="76212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6" name="Google Shape;321;p6"/>
                  <p:cNvSpPr/>
                  <p:nvPr/>
                </p:nvSpPr>
                <p:spPr>
                  <a:xfrm rot="2700000">
                    <a:off x="82368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7" name="Google Shape;322;p6"/>
                  <p:cNvSpPr/>
                  <p:nvPr/>
                </p:nvSpPr>
                <p:spPr>
                  <a:xfrm rot="2700000">
                    <a:off x="88524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48" name="Google Shape;323;p6"/>
              <p:cNvSpPr/>
              <p:nvPr/>
            </p:nvSpPr>
            <p:spPr>
              <a:xfrm rot="18900000">
                <a:off x="1019160" y="47260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9" name="Google Shape;324;p6"/>
            <p:cNvGrpSpPr/>
            <p:nvPr/>
          </p:nvGrpSpPr>
          <p:grpSpPr>
            <a:xfrm>
              <a:off x="-232560" y="4691880"/>
              <a:ext cx="1048320" cy="717120"/>
              <a:chOff x="-232560" y="4691880"/>
              <a:chExt cx="1048320" cy="717120"/>
            </a:xfrm>
          </p:grpSpPr>
          <p:grpSp>
            <p:nvGrpSpPr>
              <p:cNvPr id="1250" name="Google Shape;325;p6"/>
              <p:cNvGrpSpPr/>
              <p:nvPr/>
            </p:nvGrpSpPr>
            <p:grpSpPr>
              <a:xfrm>
                <a:off x="-232560" y="4691880"/>
                <a:ext cx="717120" cy="717120"/>
                <a:chOff x="-232560" y="4691880"/>
                <a:chExt cx="717120" cy="717120"/>
              </a:xfrm>
            </p:grpSpPr>
            <p:sp>
              <p:nvSpPr>
                <p:cNvPr id="1251" name="Google Shape;326;p6"/>
                <p:cNvSpPr/>
                <p:nvPr/>
              </p:nvSpPr>
              <p:spPr>
                <a:xfrm rot="2700000">
                  <a:off x="-132840" y="48020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52" name="Google Shape;327;p6"/>
                <p:cNvGrpSpPr/>
                <p:nvPr/>
              </p:nvGrpSpPr>
              <p:grpSpPr>
                <a:xfrm>
                  <a:off x="-165960" y="4843080"/>
                  <a:ext cx="581040" cy="335160"/>
                  <a:chOff x="-165960" y="4843080"/>
                  <a:chExt cx="581040" cy="335160"/>
                </a:xfrm>
              </p:grpSpPr>
              <p:sp>
                <p:nvSpPr>
                  <p:cNvPr id="1253" name="Google Shape;328;p6"/>
                  <p:cNvSpPr/>
                  <p:nvPr/>
                </p:nvSpPr>
                <p:spPr>
                  <a:xfrm rot="2700000">
                    <a:off x="-11700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4" name="Google Shape;329;p6"/>
                  <p:cNvSpPr/>
                  <p:nvPr/>
                </p:nvSpPr>
                <p:spPr>
                  <a:xfrm rot="2700000">
                    <a:off x="-5544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5" name="Google Shape;330;p6"/>
                  <p:cNvSpPr/>
                  <p:nvPr/>
                </p:nvSpPr>
                <p:spPr>
                  <a:xfrm rot="2700000">
                    <a:off x="61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6" name="Google Shape;331;p6"/>
                  <p:cNvSpPr/>
                  <p:nvPr/>
                </p:nvSpPr>
                <p:spPr>
                  <a:xfrm rot="2700000">
                    <a:off x="673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7" name="Google Shape;332;p6"/>
                  <p:cNvSpPr/>
                  <p:nvPr/>
                </p:nvSpPr>
                <p:spPr>
                  <a:xfrm rot="2700000">
                    <a:off x="12888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58" name="Google Shape;333;p6"/>
              <p:cNvSpPr/>
              <p:nvPr/>
            </p:nvSpPr>
            <p:spPr>
              <a:xfrm rot="18900000">
                <a:off x="263520" y="48106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9" name="Google Shape;334;p6"/>
            <p:cNvGrpSpPr/>
            <p:nvPr/>
          </p:nvGrpSpPr>
          <p:grpSpPr>
            <a:xfrm>
              <a:off x="-1498680" y="4898880"/>
              <a:ext cx="4558320" cy="133920"/>
              <a:chOff x="-1498680" y="4898880"/>
              <a:chExt cx="4558320" cy="133920"/>
            </a:xfrm>
          </p:grpSpPr>
          <p:sp>
            <p:nvSpPr>
              <p:cNvPr id="1260" name="Google Shape;335;p6"/>
              <p:cNvSpPr/>
              <p:nvPr/>
            </p:nvSpPr>
            <p:spPr>
              <a:xfrm>
                <a:off x="2925720" y="4898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261" name="Google Shape;336;p6"/>
              <p:cNvCxnSpPr/>
              <p:nvPr/>
            </p:nvCxnSpPr>
            <p:spPr>
              <a:xfrm>
                <a:off x="-1498680" y="496584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62" name="Google Shape;337;p6"/>
              <p:cNvSpPr/>
              <p:nvPr/>
            </p:nvSpPr>
            <p:spPr>
              <a:xfrm>
                <a:off x="2955960" y="4929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64" name="Google Shape;341;p7"/>
          <p:cNvGrpSpPr/>
          <p:nvPr/>
        </p:nvGrpSpPr>
        <p:grpSpPr>
          <a:xfrm>
            <a:off x="8934840" y="3943440"/>
            <a:ext cx="438840" cy="438840"/>
            <a:chOff x="8934840" y="3943440"/>
            <a:chExt cx="438840" cy="438840"/>
          </a:xfrm>
        </p:grpSpPr>
        <p:sp>
          <p:nvSpPr>
            <p:cNvPr id="1265" name="Google Shape;342;p7"/>
            <p:cNvSpPr/>
            <p:nvPr/>
          </p:nvSpPr>
          <p:spPr>
            <a:xfrm>
              <a:off x="8934840" y="394344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6" name="Google Shape;343;p7"/>
            <p:cNvSpPr/>
            <p:nvPr/>
          </p:nvSpPr>
          <p:spPr>
            <a:xfrm>
              <a:off x="9023040" y="404352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67" name="Google Shape;344;p7"/>
          <p:cNvGrpSpPr/>
          <p:nvPr/>
        </p:nvGrpSpPr>
        <p:grpSpPr>
          <a:xfrm>
            <a:off x="5481720" y="-3117240"/>
            <a:ext cx="5953320" cy="6141960"/>
            <a:chOff x="5481720" y="-3117240"/>
            <a:chExt cx="5953320" cy="6141960"/>
          </a:xfrm>
        </p:grpSpPr>
        <p:sp>
          <p:nvSpPr>
            <p:cNvPr id="1268" name="Google Shape;345;p7"/>
            <p:cNvSpPr/>
            <p:nvPr/>
          </p:nvSpPr>
          <p:spPr>
            <a:xfrm rot="18900000">
              <a:off x="6829560" y="-24588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9" name="Google Shape;346;p7"/>
            <p:cNvSpPr/>
            <p:nvPr/>
          </p:nvSpPr>
          <p:spPr>
            <a:xfrm rot="18900000">
              <a:off x="6933960" y="-275184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70" name="Google Shape;347;p7"/>
            <p:cNvGrpSpPr/>
            <p:nvPr/>
          </p:nvGrpSpPr>
          <p:grpSpPr>
            <a:xfrm>
              <a:off x="5862600" y="33480"/>
              <a:ext cx="4558680" cy="133920"/>
              <a:chOff x="5862600" y="33480"/>
              <a:chExt cx="4558680" cy="133920"/>
            </a:xfrm>
          </p:grpSpPr>
          <p:sp>
            <p:nvSpPr>
              <p:cNvPr id="1271" name="Google Shape;348;p7"/>
              <p:cNvSpPr/>
              <p:nvPr/>
            </p:nvSpPr>
            <p:spPr>
              <a:xfrm rot="10800000">
                <a:off x="5862600" y="334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272" name="Google Shape;349;p7"/>
              <p:cNvCxnSpPr/>
              <p:nvPr/>
            </p:nvCxnSpPr>
            <p:spPr>
              <a:xfrm flipH="1">
                <a:off x="5958360" y="10008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73" name="Google Shape;350;p7"/>
              <p:cNvSpPr/>
              <p:nvPr/>
            </p:nvSpPr>
            <p:spPr>
              <a:xfrm rot="10800000">
                <a:off x="5893200" y="637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74" name="Google Shape;351;p7"/>
          <p:cNvGrpSpPr/>
          <p:nvPr/>
        </p:nvGrpSpPr>
        <p:grpSpPr>
          <a:xfrm>
            <a:off x="-502920" y="3987000"/>
            <a:ext cx="5248440" cy="2991960"/>
            <a:chOff x="-502920" y="3987000"/>
            <a:chExt cx="5248440" cy="2991960"/>
          </a:xfrm>
        </p:grpSpPr>
        <p:pic>
          <p:nvPicPr>
            <p:cNvPr id="1275" name="Google Shape;352;p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flipH="1">
              <a:off x="-502920" y="398700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76" name="Google Shape;353;p7"/>
            <p:cNvSpPr/>
            <p:nvPr/>
          </p:nvSpPr>
          <p:spPr>
            <a:xfrm flipH="1">
              <a:off x="3542040" y="52239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354;p7"/>
            <p:cNvSpPr/>
            <p:nvPr/>
          </p:nvSpPr>
          <p:spPr>
            <a:xfrm flipH="1">
              <a:off x="3205440" y="5280480"/>
              <a:ext cx="339840" cy="325440"/>
            </a:xfrm>
            <a:custGeom>
              <a:avLst/>
              <a:gdLst>
                <a:gd name="textAreaLeft" fmla="*/ 360 w 339840"/>
                <a:gd name="textAreaRight" fmla="*/ 340560 w 33984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355;p7"/>
            <p:cNvSpPr/>
            <p:nvPr/>
          </p:nvSpPr>
          <p:spPr>
            <a:xfrm flipH="1">
              <a:off x="3084480" y="551412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356;p7"/>
            <p:cNvSpPr/>
            <p:nvPr/>
          </p:nvSpPr>
          <p:spPr>
            <a:xfrm flipH="1">
              <a:off x="2606040" y="51645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357;p7"/>
            <p:cNvSpPr/>
            <p:nvPr/>
          </p:nvSpPr>
          <p:spPr>
            <a:xfrm rot="16200000" flipH="1">
              <a:off x="2618280" y="3689640"/>
              <a:ext cx="1420560" cy="2832840"/>
            </a:xfrm>
            <a:custGeom>
              <a:avLst/>
              <a:gdLst>
                <a:gd name="textAreaLeft" fmla="*/ 360 w 1420560"/>
                <a:gd name="textAreaRight" fmla="*/ 142128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81" name="Google Shape;358;p7"/>
            <p:cNvGrpSpPr/>
            <p:nvPr/>
          </p:nvGrpSpPr>
          <p:grpSpPr>
            <a:xfrm>
              <a:off x="3588480" y="4943160"/>
              <a:ext cx="161640" cy="161640"/>
              <a:chOff x="3588480" y="4943160"/>
              <a:chExt cx="161640" cy="161640"/>
            </a:xfrm>
          </p:grpSpPr>
          <p:sp>
            <p:nvSpPr>
              <p:cNvPr id="1282" name="Google Shape;359;p7"/>
              <p:cNvSpPr/>
              <p:nvPr/>
            </p:nvSpPr>
            <p:spPr>
              <a:xfrm flipH="1">
                <a:off x="3588120" y="4943160"/>
                <a:ext cx="161640" cy="161640"/>
              </a:xfrm>
              <a:custGeom>
                <a:avLst/>
                <a:gdLst>
                  <a:gd name="textAreaLeft" fmla="*/ -360 w 161640"/>
                  <a:gd name="textAreaRight" fmla="*/ 16164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3" name="Google Shape;360;p7"/>
              <p:cNvSpPr/>
              <p:nvPr/>
            </p:nvSpPr>
            <p:spPr>
              <a:xfrm flipH="1">
                <a:off x="3621240" y="4979880"/>
                <a:ext cx="96480" cy="88200"/>
              </a:xfrm>
              <a:custGeom>
                <a:avLst/>
                <a:gdLst>
                  <a:gd name="textAreaLeft" fmla="*/ 360 w 96480"/>
                  <a:gd name="textAreaRight" fmla="*/ 9720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84" name="Google Shape;361;p7"/>
            <p:cNvGrpSpPr/>
            <p:nvPr/>
          </p:nvGrpSpPr>
          <p:grpSpPr>
            <a:xfrm>
              <a:off x="2206440" y="5361120"/>
              <a:ext cx="161640" cy="161640"/>
              <a:chOff x="2206440" y="5361120"/>
              <a:chExt cx="161640" cy="161640"/>
            </a:xfrm>
          </p:grpSpPr>
          <p:sp>
            <p:nvSpPr>
              <p:cNvPr id="1285" name="Google Shape;362;p7"/>
              <p:cNvSpPr/>
              <p:nvPr/>
            </p:nvSpPr>
            <p:spPr>
              <a:xfrm flipV="1">
                <a:off x="2206440" y="536076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-360 h 161640"/>
                  <a:gd name="textAreaBottom" fmla="*/ 16164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6" name="Google Shape;363;p7"/>
              <p:cNvSpPr/>
              <p:nvPr/>
            </p:nvSpPr>
            <p:spPr>
              <a:xfrm flipV="1">
                <a:off x="2238840" y="539748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-360 h 88200"/>
                  <a:gd name="textAreaBottom" fmla="*/ 8820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title"/>
          </p:nvPr>
        </p:nvSpPr>
        <p:spPr>
          <a:xfrm>
            <a:off x="713160" y="2122560"/>
            <a:ext cx="7297200" cy="9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8" name="Google Shape;366;p8"/>
          <p:cNvGrpSpPr/>
          <p:nvPr/>
        </p:nvGrpSpPr>
        <p:grpSpPr>
          <a:xfrm>
            <a:off x="6475680" y="-1541520"/>
            <a:ext cx="2583360" cy="2409120"/>
            <a:chOff x="6475680" y="-1541520"/>
            <a:chExt cx="2583360" cy="2409120"/>
          </a:xfrm>
        </p:grpSpPr>
        <p:grpSp>
          <p:nvGrpSpPr>
            <p:cNvPr id="1289" name="Google Shape;367;p8"/>
            <p:cNvGrpSpPr/>
            <p:nvPr/>
          </p:nvGrpSpPr>
          <p:grpSpPr>
            <a:xfrm>
              <a:off x="6475680" y="-1541520"/>
              <a:ext cx="939600" cy="2133000"/>
              <a:chOff x="6475680" y="-1541520"/>
              <a:chExt cx="939600" cy="2133000"/>
            </a:xfrm>
          </p:grpSpPr>
          <p:sp>
            <p:nvSpPr>
              <p:cNvPr id="1290" name="Google Shape;368;p8"/>
              <p:cNvSpPr/>
              <p:nvPr/>
            </p:nvSpPr>
            <p:spPr>
              <a:xfrm>
                <a:off x="6475680" y="-1541520"/>
                <a:ext cx="577080" cy="1974240"/>
              </a:xfrm>
              <a:custGeom>
                <a:avLst/>
                <a:gdLst>
                  <a:gd name="textAreaLeft" fmla="*/ 0 w 577080"/>
                  <a:gd name="textAreaRight" fmla="*/ 577440 w 577080"/>
                  <a:gd name="textAreaTop" fmla="*/ 0 h 1974240"/>
                  <a:gd name="textAreaBottom" fmla="*/ 1974600 h 1974240"/>
                </a:gdLst>
                <a:ahLst/>
                <a:cxnLst/>
                <a:rect l="textAreaLeft" t="textAreaTop" r="textAreaRight" b="textAreaBottom"/>
                <a:pathLst>
                  <a:path w="14079" h="48146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1" name="Google Shape;369;p8"/>
              <p:cNvSpPr/>
              <p:nvPr/>
            </p:nvSpPr>
            <p:spPr>
              <a:xfrm>
                <a:off x="6728400" y="-1179360"/>
                <a:ext cx="686880" cy="1770840"/>
              </a:xfrm>
              <a:custGeom>
                <a:avLst/>
                <a:gdLst>
                  <a:gd name="textAreaLeft" fmla="*/ 0 w 686880"/>
                  <a:gd name="textAreaRight" fmla="*/ 687240 w 686880"/>
                  <a:gd name="textAreaTop" fmla="*/ 0 h 1770840"/>
                  <a:gd name="textAreaBottom" fmla="*/ 1771200 h 1770840"/>
                </a:gdLst>
                <a:ahLst/>
                <a:cxnLst/>
                <a:rect l="textAreaLeft" t="textAreaTop" r="textAreaRight" b="textAreaBottom"/>
                <a:pathLst>
                  <a:path w="16760" h="4318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92" name="Google Shape;370;p8"/>
            <p:cNvSpPr/>
            <p:nvPr/>
          </p:nvSpPr>
          <p:spPr>
            <a:xfrm rot="5400000">
              <a:off x="7783200" y="-7704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3" name="Google Shape;371;p8"/>
            <p:cNvSpPr/>
            <p:nvPr/>
          </p:nvSpPr>
          <p:spPr>
            <a:xfrm rot="5400000">
              <a:off x="7617600" y="-361080"/>
              <a:ext cx="686880" cy="177084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1770840"/>
                <a:gd name="textAreaBottom" fmla="*/ 1771200 h 177084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94" name="Google Shape;372;p8"/>
            <p:cNvGrpSpPr/>
            <p:nvPr/>
          </p:nvGrpSpPr>
          <p:grpSpPr>
            <a:xfrm>
              <a:off x="7741800" y="-258480"/>
              <a:ext cx="438840" cy="438840"/>
              <a:chOff x="7741800" y="-258480"/>
              <a:chExt cx="438840" cy="438840"/>
            </a:xfrm>
          </p:grpSpPr>
          <p:sp>
            <p:nvSpPr>
              <p:cNvPr id="1295" name="Google Shape;373;p8"/>
              <p:cNvSpPr/>
              <p:nvPr/>
            </p:nvSpPr>
            <p:spPr>
              <a:xfrm>
                <a:off x="7741800" y="-2584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6" name="Google Shape;374;p8"/>
              <p:cNvSpPr/>
              <p:nvPr/>
            </p:nvSpPr>
            <p:spPr>
              <a:xfrm>
                <a:off x="7830000" y="-1584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960" cy="184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800" cy="406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299" name="Google Shape;379;p9"/>
          <p:cNvGrpSpPr/>
          <p:nvPr/>
        </p:nvGrpSpPr>
        <p:grpSpPr>
          <a:xfrm>
            <a:off x="-2393640" y="-1635480"/>
            <a:ext cx="4710600" cy="5344200"/>
            <a:chOff x="-2393640" y="-1635480"/>
            <a:chExt cx="4710600" cy="5344200"/>
          </a:xfrm>
        </p:grpSpPr>
        <p:pic>
          <p:nvPicPr>
            <p:cNvPr id="1300" name="Google Shape;380;p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01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1302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303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1304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5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06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1307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8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09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1310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1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312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1313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4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5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1316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7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18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19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1320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27" name="Google Shape;407;p9"/>
          <p:cNvGrpSpPr/>
          <p:nvPr/>
        </p:nvGrpSpPr>
        <p:grpSpPr>
          <a:xfrm>
            <a:off x="6719760" y="2898360"/>
            <a:ext cx="3920040" cy="3213720"/>
            <a:chOff x="6719760" y="2898360"/>
            <a:chExt cx="3920040" cy="3213720"/>
          </a:xfrm>
        </p:grpSpPr>
        <p:sp>
          <p:nvSpPr>
            <p:cNvPr id="1328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329" name="Google Shape;409;p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30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1331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2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4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1335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6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7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38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0" name="Google Shape;420;p9"/>
          <p:cNvGrpSpPr/>
          <p:nvPr/>
        </p:nvGrpSpPr>
        <p:grpSpPr>
          <a:xfrm>
            <a:off x="-1953000" y="4816440"/>
            <a:ext cx="4558680" cy="133920"/>
            <a:chOff x="-1953000" y="4816440"/>
            <a:chExt cx="4558680" cy="133920"/>
          </a:xfrm>
        </p:grpSpPr>
        <p:sp>
          <p:nvSpPr>
            <p:cNvPr id="1341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42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43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45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3671640" cy="93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2"/>
          <p:cNvSpPr>
            <a:spLocks noGrp="1"/>
          </p:cNvSpPr>
          <p:nvPr>
            <p:ph type="title"/>
          </p:nvPr>
        </p:nvSpPr>
        <p:spPr>
          <a:xfrm>
            <a:off x="1071454" y="1578304"/>
            <a:ext cx="6902561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15000"/>
              </a:lnSpc>
              <a:tabLst>
                <a:tab pos="0" algn="l"/>
              </a:tabLst>
            </a:pPr>
            <a:r>
              <a:rPr lang="fr-FR" sz="3600" i="1" dirty="0">
                <a:latin typeface="Poppins" panose="00000500000000000000" pitchFamily="2" charset="0"/>
                <a:cs typeface="Poppins" panose="00000500000000000000" pitchFamily="2" charset="0"/>
              </a:rPr>
              <a:t>Programmation Orientée Objet</a:t>
            </a:r>
            <a:r>
              <a:rPr lang="en-US" sz="3600" i="1" u="none" strike="noStrike" dirty="0">
                <a:solidFill>
                  <a:schemeClr val="dk2"/>
                </a:solidFill>
                <a:effectLst/>
                <a:uFillTx/>
                <a:latin typeface="Poppins" panose="00000500000000000000" pitchFamily="2" charset="0"/>
                <a:ea typeface="IBM Plex Mono"/>
                <a:cs typeface="Poppins" panose="00000500000000000000" pitchFamily="2" charset="0"/>
              </a:rPr>
              <a:t> </a:t>
            </a:r>
            <a:endParaRPr lang="fr-FR" sz="3600" i="1" u="none" strike="noStrike" dirty="0">
              <a:solidFill>
                <a:schemeClr val="dk1"/>
              </a:solidFill>
              <a:effectLst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7" name="PlaceHolder 1"/>
          <p:cNvSpPr>
            <a:spLocks noGrp="1"/>
          </p:cNvSpPr>
          <p:nvPr>
            <p:ph type="subTitle" idx="4294967295"/>
          </p:nvPr>
        </p:nvSpPr>
        <p:spPr>
          <a:xfrm>
            <a:off x="5388746" y="0"/>
            <a:ext cx="3962722" cy="15327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Poppins"/>
              </a:rPr>
              <a:t>Tasnim HAMOUDA / Poussyina HAMOUDA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49" name="Google Shape;1432;p35"/>
          <p:cNvGrpSpPr/>
          <p:nvPr/>
        </p:nvGrpSpPr>
        <p:grpSpPr>
          <a:xfrm>
            <a:off x="1218108" y="3405027"/>
            <a:ext cx="6718529" cy="290433"/>
            <a:chOff x="1096560" y="3242880"/>
            <a:chExt cx="3936600" cy="133560"/>
          </a:xfrm>
        </p:grpSpPr>
        <p:cxnSp>
          <p:nvCxnSpPr>
            <p:cNvPr id="1350" name="Google Shape;1433;p35"/>
            <p:cNvCxnSpPr/>
            <p:nvPr/>
          </p:nvCxnSpPr>
          <p:spPr>
            <a:xfrm>
              <a:off x="1096560" y="3309840"/>
              <a:ext cx="384120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grpSp>
          <p:nvGrpSpPr>
            <p:cNvPr id="1351" name="Google Shape;1434;p35"/>
            <p:cNvGrpSpPr/>
            <p:nvPr/>
          </p:nvGrpSpPr>
          <p:grpSpPr>
            <a:xfrm>
              <a:off x="4899600" y="3242880"/>
              <a:ext cx="133560" cy="133560"/>
              <a:chOff x="4899600" y="3242880"/>
              <a:chExt cx="133560" cy="133560"/>
            </a:xfrm>
          </p:grpSpPr>
          <p:sp>
            <p:nvSpPr>
              <p:cNvPr id="1352" name="Google Shape;1435;p35"/>
              <p:cNvSpPr/>
              <p:nvPr/>
            </p:nvSpPr>
            <p:spPr>
              <a:xfrm>
                <a:off x="4929480" y="3273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3" name="Google Shape;1436;p35"/>
              <p:cNvSpPr/>
              <p:nvPr/>
            </p:nvSpPr>
            <p:spPr>
              <a:xfrm>
                <a:off x="4899600" y="3242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9682F9A8-185D-59D0-A7BA-6D1310468FB9}"/>
              </a:ext>
            </a:extLst>
          </p:cNvPr>
          <p:cNvSpPr txBox="1"/>
          <p:nvPr/>
        </p:nvSpPr>
        <p:spPr>
          <a:xfrm>
            <a:off x="1307150" y="2632026"/>
            <a:ext cx="6902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Influence de la mesure de similarité sur les performances de l’algorithme des k plus proches voisins (k-NN)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FA32D7A-0824-D2B6-A1D0-29080EFB2F2B}"/>
              </a:ext>
            </a:extLst>
          </p:cNvPr>
          <p:cNvSpPr txBox="1"/>
          <p:nvPr/>
        </p:nvSpPr>
        <p:spPr>
          <a:xfrm>
            <a:off x="0" y="35334"/>
            <a:ext cx="4182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Poppins" panose="00000500000000000000" pitchFamily="2" charset="0"/>
                <a:cs typeface="Poppins" panose="00000500000000000000" pitchFamily="2" charset="0"/>
              </a:rPr>
              <a:t>Master Santé Publique IBM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D099E1-3717-C4F1-E20E-07187574808E}"/>
              </a:ext>
            </a:extLst>
          </p:cNvPr>
          <p:cNvSpPr txBox="1"/>
          <p:nvPr/>
        </p:nvSpPr>
        <p:spPr>
          <a:xfrm>
            <a:off x="3756513" y="3695460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Poppins" panose="00000500000000000000" pitchFamily="2" charset="0"/>
                <a:cs typeface="Poppins" panose="00000500000000000000" pitchFamily="2" charset="0"/>
              </a:rPr>
              <a:t>5 mars 2026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F6DDB8-DE24-D0C1-0C75-F05EA4241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796" y="4583486"/>
            <a:ext cx="1459204" cy="518017"/>
          </a:xfrm>
          <a:prstGeom prst="rect">
            <a:avLst/>
          </a:prstGeom>
        </p:spPr>
      </p:pic>
      <p:pic>
        <p:nvPicPr>
          <p:cNvPr id="2050" name="Picture 2" descr="The Python Programming Logo: A Symbol Of Innovation And Community ...">
            <a:extLst>
              <a:ext uri="{FF2B5EF4-FFF2-40B4-BE49-F238E27FC236}">
                <a16:creationId xmlns:a16="http://schemas.microsoft.com/office/drawing/2014/main" id="{A953A544-73AE-1BA6-F391-B14DFBA2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637" y="1500396"/>
            <a:ext cx="657550" cy="73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ACC9-1F9E-2A04-33F8-FC7085DE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813BA42A-588A-C725-9FCE-71BB7A9FBC0B}"/>
              </a:ext>
            </a:extLst>
          </p:cNvPr>
          <p:cNvSpPr/>
          <p:nvPr/>
        </p:nvSpPr>
        <p:spPr>
          <a:xfrm>
            <a:off x="209790" y="238140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C1429FFB-6879-9CCD-2696-FE8B1DE8C20A}"/>
              </a:ext>
            </a:extLst>
          </p:cNvPr>
          <p:cNvSpPr/>
          <p:nvPr/>
        </p:nvSpPr>
        <p:spPr>
          <a:xfrm>
            <a:off x="977224" y="238140"/>
            <a:ext cx="6248340" cy="5800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200" b="1" dirty="0">
                <a:solidFill>
                  <a:schemeClr val="dk2"/>
                </a:solidFill>
                <a:latin typeface="IBM Plex Mono"/>
              </a:rPr>
              <a:t>Introduction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Graphique 2" descr="Homme contour">
            <a:extLst>
              <a:ext uri="{FF2B5EF4-FFF2-40B4-BE49-F238E27FC236}">
                <a16:creationId xmlns:a16="http://schemas.microsoft.com/office/drawing/2014/main" id="{40E7691B-6B2A-5CBA-9E24-A2D0DDF56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7897" y="1220097"/>
            <a:ext cx="914400" cy="914400"/>
          </a:xfrm>
          <a:prstGeom prst="rect">
            <a:avLst/>
          </a:prstGeom>
        </p:spPr>
      </p:pic>
      <p:pic>
        <p:nvPicPr>
          <p:cNvPr id="5" name="Graphique 4" descr="Homme contour">
            <a:extLst>
              <a:ext uri="{FF2B5EF4-FFF2-40B4-BE49-F238E27FC236}">
                <a16:creationId xmlns:a16="http://schemas.microsoft.com/office/drawing/2014/main" id="{241BB9D8-7EE3-DDC1-2F38-3898B56E9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7130" y="1220097"/>
            <a:ext cx="914400" cy="9144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D2609BA-BB8B-1725-DD56-14C363693ED7}"/>
              </a:ext>
            </a:extLst>
          </p:cNvPr>
          <p:cNvSpPr txBox="1"/>
          <p:nvPr/>
        </p:nvSpPr>
        <p:spPr>
          <a:xfrm>
            <a:off x="3962165" y="94602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/>
              <a:t>Binôme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1B6421F-23DF-776B-78BA-59334DB1D992}"/>
              </a:ext>
            </a:extLst>
          </p:cNvPr>
          <p:cNvSpPr txBox="1"/>
          <p:nvPr/>
        </p:nvSpPr>
        <p:spPr>
          <a:xfrm>
            <a:off x="2159099" y="213735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Poussyina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51FD56-465D-BF73-74DA-C460FCB0400E}"/>
              </a:ext>
            </a:extLst>
          </p:cNvPr>
          <p:cNvSpPr txBox="1"/>
          <p:nvPr/>
        </p:nvSpPr>
        <p:spPr>
          <a:xfrm>
            <a:off x="6057130" y="2115431"/>
            <a:ext cx="107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Tasnim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406C0D-FAA5-2900-2621-13B5F4E44FF1}"/>
              </a:ext>
            </a:extLst>
          </p:cNvPr>
          <p:cNvSpPr txBox="1"/>
          <p:nvPr/>
        </p:nvSpPr>
        <p:spPr>
          <a:xfrm>
            <a:off x="5284696" y="2484763"/>
            <a:ext cx="35779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/>
              <a:t>Expérimentations &amp; analyse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F198600-FD72-E6B2-DD73-74C390629F45}"/>
              </a:ext>
            </a:extLst>
          </p:cNvPr>
          <p:cNvSpPr txBox="1"/>
          <p:nvPr/>
        </p:nvSpPr>
        <p:spPr>
          <a:xfrm>
            <a:off x="789729" y="2720145"/>
            <a:ext cx="398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/>
              <a:t>Implémentation de la mesure de similarité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/>
              <a:t>Choix du jeu de données</a:t>
            </a:r>
          </a:p>
        </p:txBody>
      </p:sp>
    </p:spTree>
    <p:extLst>
      <p:ext uri="{BB962C8B-B14F-4D97-AF65-F5344CB8AC3E}">
        <p14:creationId xmlns:p14="http://schemas.microsoft.com/office/powerpoint/2010/main" val="12711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C5C0-FAC5-BA17-F97D-64886F20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444DC65B-2927-1F21-7F57-689C181FE2FC}"/>
              </a:ext>
            </a:extLst>
          </p:cNvPr>
          <p:cNvSpPr/>
          <p:nvPr/>
        </p:nvSpPr>
        <p:spPr>
          <a:xfrm>
            <a:off x="223028" y="127737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09C919BE-2B73-B619-0E2E-829A3AD1627E}"/>
              </a:ext>
            </a:extLst>
          </p:cNvPr>
          <p:cNvSpPr/>
          <p:nvPr/>
        </p:nvSpPr>
        <p:spPr>
          <a:xfrm>
            <a:off x="1090143" y="164243"/>
            <a:ext cx="6248340" cy="7632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Problématique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CEBD6F7-B72B-1675-1931-4944508BCFE2}"/>
              </a:ext>
            </a:extLst>
          </p:cNvPr>
          <p:cNvSpPr txBox="1"/>
          <p:nvPr/>
        </p:nvSpPr>
        <p:spPr>
          <a:xfrm>
            <a:off x="706483" y="1149096"/>
            <a:ext cx="8016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Quelle est l’influence de la mesure de similarité sur les performances ?</a:t>
            </a:r>
          </a:p>
          <a:p>
            <a:pPr algn="ctr"/>
            <a:r>
              <a:rPr lang="fr-FR" sz="16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Quelle mesure de similarité est la plus adaptée pour classifier les cas de cancer du sein et de maladie cardio-vasculaire ?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31F3C84-B8E7-AA76-7D1F-CD52EFE84981}"/>
              </a:ext>
            </a:extLst>
          </p:cNvPr>
          <p:cNvSpPr txBox="1"/>
          <p:nvPr/>
        </p:nvSpPr>
        <p:spPr>
          <a:xfrm>
            <a:off x="1591787" y="3107548"/>
            <a:ext cx="62454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u="sng" dirty="0">
                <a:latin typeface="Poppins" panose="00000500000000000000" pitchFamily="2" charset="0"/>
                <a:cs typeface="Poppins" panose="00000500000000000000" pitchFamily="2" charset="0"/>
              </a:rPr>
              <a:t>Cahier des charges :</a:t>
            </a:r>
          </a:p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Choix d’une nouvelle mesure de similarité : Manhattan</a:t>
            </a:r>
          </a:p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Implémentation de la mesure</a:t>
            </a:r>
          </a:p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Ajouter un jeu de données pour tester</a:t>
            </a:r>
          </a:p>
          <a:p>
            <a:pPr marL="285750" indent="-285750" algn="ctr">
              <a:buFont typeface="Courier New" panose="02070309020205020404" pitchFamily="49" charset="0"/>
              <a:buChar char="o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Protocole de test en ligne de commande </a:t>
            </a:r>
          </a:p>
          <a:p>
            <a:endParaRPr lang="fr-FR" dirty="0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FC51F1F-2D7A-4E5D-6374-AE847BCEEA43}"/>
              </a:ext>
            </a:extLst>
          </p:cNvPr>
          <p:cNvCxnSpPr>
            <a:cxnSpLocks/>
          </p:cNvCxnSpPr>
          <p:nvPr/>
        </p:nvCxnSpPr>
        <p:spPr>
          <a:xfrm>
            <a:off x="4706580" y="2145849"/>
            <a:ext cx="7951" cy="7400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que 9" descr="Badge point d’interrogation avec un remplissage uni">
            <a:extLst>
              <a:ext uri="{FF2B5EF4-FFF2-40B4-BE49-F238E27FC236}">
                <a16:creationId xmlns:a16="http://schemas.microsoft.com/office/drawing/2014/main" id="{8C164A59-53A7-D16C-4BF7-3376D381A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6933" y="127737"/>
            <a:ext cx="700604" cy="70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4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/>
          <p:cNvSpPr/>
          <p:nvPr/>
        </p:nvSpPr>
        <p:spPr>
          <a:xfrm>
            <a:off x="285990" y="153473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/>
          <p:cNvSpPr/>
          <p:nvPr/>
        </p:nvSpPr>
        <p:spPr>
          <a:xfrm>
            <a:off x="1107077" y="238140"/>
            <a:ext cx="6248340" cy="6232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Rappel sur k‑NN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3F605FB-D53D-1D70-F937-FF145A875038}"/>
              </a:ext>
            </a:extLst>
          </p:cNvPr>
          <p:cNvSpPr txBox="1"/>
          <p:nvPr/>
        </p:nvSpPr>
        <p:spPr>
          <a:xfrm>
            <a:off x="579063" y="1960311"/>
            <a:ext cx="441007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On choisit un k (nombre de voisins).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On calcule la distance entre le point à prédire et tous les points d’entraînement.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Poppins" panose="00000500000000000000" pitchFamily="2" charset="0"/>
                <a:cs typeface="Poppins" panose="00000500000000000000" pitchFamily="2" charset="0"/>
              </a:rPr>
              <a:t>On prend les k plus proches, on vote pour la classe majoritaire.</a:t>
            </a:r>
          </a:p>
          <a:p>
            <a:endParaRPr lang="fr-FR" dirty="0"/>
          </a:p>
        </p:txBody>
      </p:sp>
      <p:pic>
        <p:nvPicPr>
          <p:cNvPr id="4" name="Image 3" descr="Une image contenant capture d’écran, Caractère coloré, flou, léger&#10;&#10;Le contenu généré par l’IA peut être incorrect.">
            <a:extLst>
              <a:ext uri="{FF2B5EF4-FFF2-40B4-BE49-F238E27FC236}">
                <a16:creationId xmlns:a16="http://schemas.microsoft.com/office/drawing/2014/main" id="{AA92784A-63F4-3E3D-2E0B-08DE923E10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71615"/>
              </a:clrFrom>
              <a:clrTo>
                <a:srgbClr val="17161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53478" y="1274319"/>
            <a:ext cx="3423124" cy="2594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C3F4-0045-D925-46E4-D1F0E7B0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64AD1AE-0FDB-A1DF-675C-323EF115D0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3FFFF"/>
              </a:clrFrom>
              <a:clrTo>
                <a:srgbClr val="F3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7799" y="1516235"/>
            <a:ext cx="2101011" cy="726349"/>
          </a:xfrm>
          <a:prstGeom prst="rect">
            <a:avLst/>
          </a:prstGeom>
        </p:spPr>
      </p:pic>
      <p:sp>
        <p:nvSpPr>
          <p:cNvPr id="1381" name="Rectangle 1380">
            <a:extLst>
              <a:ext uri="{FF2B5EF4-FFF2-40B4-BE49-F238E27FC236}">
                <a16:creationId xmlns:a16="http://schemas.microsoft.com/office/drawing/2014/main" id="{6C3B157A-0237-3C06-53EC-5AF74B47CB8B}"/>
              </a:ext>
            </a:extLst>
          </p:cNvPr>
          <p:cNvSpPr/>
          <p:nvPr/>
        </p:nvSpPr>
        <p:spPr>
          <a:xfrm>
            <a:off x="186266" y="135442"/>
            <a:ext cx="85719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04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D9DD631E-9EE4-3F8C-5299-233F1E83C8CD}"/>
              </a:ext>
            </a:extLst>
          </p:cNvPr>
          <p:cNvSpPr/>
          <p:nvPr/>
        </p:nvSpPr>
        <p:spPr>
          <a:xfrm>
            <a:off x="927811" y="180031"/>
            <a:ext cx="779139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Matériels et méthodes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E336DB7-60EC-E9BA-7EE1-F8D8B4B73435}"/>
              </a:ext>
            </a:extLst>
          </p:cNvPr>
          <p:cNvSpPr txBox="1"/>
          <p:nvPr/>
        </p:nvSpPr>
        <p:spPr>
          <a:xfrm>
            <a:off x="890089" y="1142318"/>
            <a:ext cx="41719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Les mesures de similarité testées :</a:t>
            </a: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1) Distance euclidienne</a:t>
            </a: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2) </a:t>
            </a:r>
            <a:r>
              <a:rPr lang="fr-FR" dirty="0" err="1">
                <a:latin typeface="Poppins" panose="00000500000000000000" pitchFamily="2" charset="0"/>
                <a:cs typeface="Poppins" panose="00000500000000000000" pitchFamily="2" charset="0"/>
              </a:rPr>
              <a:t>Cosin</a:t>
            </a:r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r-FR" dirty="0">
                <a:latin typeface="Poppins" panose="00000500000000000000" pitchFamily="2" charset="0"/>
                <a:cs typeface="Poppins" panose="00000500000000000000" pitchFamily="2" charset="0"/>
              </a:rPr>
              <a:t>3) Distance de Manhattan</a:t>
            </a:r>
          </a:p>
        </p:txBody>
      </p:sp>
      <p:pic>
        <p:nvPicPr>
          <p:cNvPr id="10" name="Image 9" descr="Une image contenant Police, text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A4BFF7B8-9352-8027-6520-B004487F597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AF8F5"/>
              </a:clrFrom>
              <a:clrTo>
                <a:srgbClr val="FAF8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6146" y="2616500"/>
            <a:ext cx="1841465" cy="695325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FB0AB8D3-5C8C-AF2D-6A65-687F07758AA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61479" y="3907383"/>
            <a:ext cx="3198580" cy="838213"/>
          </a:xfrm>
          <a:prstGeom prst="rect">
            <a:avLst/>
          </a:prstGeom>
        </p:spPr>
      </p:pic>
      <p:pic>
        <p:nvPicPr>
          <p:cNvPr id="5" name="Image 4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8E4462DF-0188-F6A7-2B26-357AA62478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112" y="545650"/>
            <a:ext cx="1855622" cy="192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5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E0D2-3C36-6E67-11E0-9048AC45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137A5584-F9AF-2E35-0F63-D85E4CCA5F7D}"/>
              </a:ext>
            </a:extLst>
          </p:cNvPr>
          <p:cNvSpPr/>
          <p:nvPr/>
        </p:nvSpPr>
        <p:spPr>
          <a:xfrm>
            <a:off x="218257" y="100223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04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B3C42406-57D8-7167-82BF-5C487BA63AF8}"/>
              </a:ext>
            </a:extLst>
          </p:cNvPr>
          <p:cNvSpPr/>
          <p:nvPr/>
        </p:nvSpPr>
        <p:spPr>
          <a:xfrm>
            <a:off x="1057103" y="141436"/>
            <a:ext cx="7791390" cy="625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Matériels et méthodes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463E5A-2547-F5A3-59A9-68BD11809906}"/>
              </a:ext>
            </a:extLst>
          </p:cNvPr>
          <p:cNvSpPr txBox="1"/>
          <p:nvPr/>
        </p:nvSpPr>
        <p:spPr>
          <a:xfrm>
            <a:off x="846769" y="969139"/>
            <a:ext cx="7919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Jeu de données n °1 : </a:t>
            </a:r>
            <a:r>
              <a:rPr lang="fr-FR" sz="1400" u="sng" dirty="0">
                <a:solidFill>
                  <a:schemeClr val="bg1">
                    <a:lumMod val="50000"/>
                  </a:schemeClr>
                </a:solidFill>
              </a:rPr>
              <a:t>https://archive.ics.uci.edu/dataset/15/breast+cancer+wisconsin+original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BA0F786B-4D95-46C8-B2F4-01B7497D0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897234"/>
              </p:ext>
            </p:extLst>
          </p:nvPr>
        </p:nvGraphicFramePr>
        <p:xfrm>
          <a:off x="1057103" y="1479159"/>
          <a:ext cx="7214728" cy="297595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607364">
                  <a:extLst>
                    <a:ext uri="{9D8B030D-6E8A-4147-A177-3AD203B41FA5}">
                      <a16:colId xmlns:a16="http://schemas.microsoft.com/office/drawing/2014/main" val="1075319346"/>
                    </a:ext>
                  </a:extLst>
                </a:gridCol>
                <a:gridCol w="3607364">
                  <a:extLst>
                    <a:ext uri="{9D8B030D-6E8A-4147-A177-3AD203B41FA5}">
                      <a16:colId xmlns:a16="http://schemas.microsoft.com/office/drawing/2014/main" val="1104845082"/>
                    </a:ext>
                  </a:extLst>
                </a:gridCol>
              </a:tblGrid>
              <a:tr h="33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Élément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Description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105921939"/>
                  </a:ext>
                </a:extLst>
              </a:tr>
              <a:tr h="33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Type de problème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Classification binaire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4280485386"/>
                  </a:ext>
                </a:extLst>
              </a:tr>
              <a:tr h="585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Objectif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Détecter tumeur bénigne (2) ou maligne (4)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335099837"/>
                  </a:ext>
                </a:extLst>
              </a:tr>
              <a:tr h="33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/>
                        <a:t>Nombre d’instances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699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1632031682"/>
                  </a:ext>
                </a:extLst>
              </a:tr>
              <a:tr h="33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Nombre d’attributs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9 variables explicatives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1878596667"/>
                  </a:ext>
                </a:extLst>
              </a:tr>
              <a:tr h="33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Variable cible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Classe (2 = bénin, 4 = malin)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4034201356"/>
                  </a:ext>
                </a:extLst>
              </a:tr>
              <a:tr h="33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/>
                        <a:t>Type de variables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Numériques discrètes (1 à 10)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1496521563"/>
                  </a:ext>
                </a:extLst>
              </a:tr>
              <a:tr h="382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/>
                        <a:t>Valeurs manquantes</a:t>
                      </a:r>
                    </a:p>
                  </a:txBody>
                  <a:tcPr marL="83649" marR="83649" marT="41825" marB="418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Oui </a:t>
                      </a:r>
                    </a:p>
                  </a:txBody>
                  <a:tcPr marL="83649" marR="83649" marT="41825" marB="41825" anchor="ctr"/>
                </a:tc>
                <a:extLst>
                  <a:ext uri="{0D108BD9-81ED-4DB2-BD59-A6C34878D82A}">
                    <a16:rowId xmlns:a16="http://schemas.microsoft.com/office/drawing/2014/main" val="4221164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45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F1EB-9976-A274-07EA-CE1237E3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2C3A2546-4C84-1117-61E4-E66EEFE3C7EA}"/>
              </a:ext>
            </a:extLst>
          </p:cNvPr>
          <p:cNvSpPr/>
          <p:nvPr/>
        </p:nvSpPr>
        <p:spPr>
          <a:xfrm>
            <a:off x="218257" y="100223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04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775FB84A-6371-541E-A0D4-671DC639B9AD}"/>
              </a:ext>
            </a:extLst>
          </p:cNvPr>
          <p:cNvSpPr/>
          <p:nvPr/>
        </p:nvSpPr>
        <p:spPr>
          <a:xfrm>
            <a:off x="1057103" y="141436"/>
            <a:ext cx="7791390" cy="625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Matériels et méthodes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5F6288-8E54-ECF4-137D-0099E911982C}"/>
              </a:ext>
            </a:extLst>
          </p:cNvPr>
          <p:cNvSpPr txBox="1"/>
          <p:nvPr/>
        </p:nvSpPr>
        <p:spPr>
          <a:xfrm>
            <a:off x="1430865" y="808109"/>
            <a:ext cx="7919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Jeu de données n °2 : </a:t>
            </a:r>
            <a:r>
              <a:rPr lang="fr-FR" sz="1400" u="sng" dirty="0">
                <a:solidFill>
                  <a:schemeClr val="bg1">
                    <a:lumMod val="50000"/>
                  </a:schemeClr>
                </a:solidFill>
              </a:rPr>
              <a:t> https://archive.ics.uci.edu/dataset/45/heart+disease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AD84D0C1-FF34-3035-708E-4524B6BBB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785774"/>
              </p:ext>
            </p:extLst>
          </p:nvPr>
        </p:nvGraphicFramePr>
        <p:xfrm>
          <a:off x="1141769" y="1341780"/>
          <a:ext cx="7028564" cy="356615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14282">
                  <a:extLst>
                    <a:ext uri="{9D8B030D-6E8A-4147-A177-3AD203B41FA5}">
                      <a16:colId xmlns:a16="http://schemas.microsoft.com/office/drawing/2014/main" val="1118945282"/>
                    </a:ext>
                  </a:extLst>
                </a:gridCol>
                <a:gridCol w="3514282">
                  <a:extLst>
                    <a:ext uri="{9D8B030D-6E8A-4147-A177-3AD203B41FA5}">
                      <a16:colId xmlns:a16="http://schemas.microsoft.com/office/drawing/2014/main" val="563564578"/>
                    </a:ext>
                  </a:extLst>
                </a:gridCol>
              </a:tblGrid>
              <a:tr h="276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Élément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>
                          <a:effectLst/>
                        </a:rPr>
                        <a:t>Description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2887997179"/>
                  </a:ext>
                </a:extLst>
              </a:tr>
              <a:tr h="3077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Type de problème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Classification binaire 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2965944228"/>
                  </a:ext>
                </a:extLst>
              </a:tr>
              <a:tr h="783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Objectif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Détecter si un patient présente une maladie cardiaque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3557148010"/>
                  </a:ext>
                </a:extLst>
              </a:tr>
              <a:tr h="276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>
                          <a:effectLst/>
                        </a:rPr>
                        <a:t>Nombre d’instances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303 patients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1487264456"/>
                  </a:ext>
                </a:extLst>
              </a:tr>
              <a:tr h="3077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Nombre d’attributs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13 variables explicatives 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3577816611"/>
                  </a:ext>
                </a:extLst>
              </a:tr>
              <a:tr h="5022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Variable cible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0 = absence de maladie et 1–4 = présence de maladie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3172927183"/>
                  </a:ext>
                </a:extLst>
              </a:tr>
              <a:tr h="7278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Type de variables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Numériques continues et discrètes + variables catégorielles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2649785458"/>
                  </a:ext>
                </a:extLst>
              </a:tr>
              <a:tr h="276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b="1" dirty="0">
                          <a:effectLst/>
                        </a:rPr>
                        <a:t>Valeurs manquantes</a:t>
                      </a:r>
                    </a:p>
                  </a:txBody>
                  <a:tcPr marL="27507" marR="27507" marT="27507" marB="2750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 dirty="0">
                          <a:effectLst/>
                        </a:rPr>
                        <a:t>Oui</a:t>
                      </a:r>
                    </a:p>
                  </a:txBody>
                  <a:tcPr marL="27507" marR="27507" marT="27507" marB="27507" anchor="ctr"/>
                </a:tc>
                <a:extLst>
                  <a:ext uri="{0D108BD9-81ED-4DB2-BD59-A6C34878D82A}">
                    <a16:rowId xmlns:a16="http://schemas.microsoft.com/office/drawing/2014/main" val="39769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98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1B2D8-9239-787E-C66D-E05E9592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E96627E2-19CA-F3CB-91DA-3DD3DC476568}"/>
              </a:ext>
            </a:extLst>
          </p:cNvPr>
          <p:cNvSpPr/>
          <p:nvPr/>
        </p:nvSpPr>
        <p:spPr>
          <a:xfrm>
            <a:off x="318619" y="85740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05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39D5B33A-3443-32A8-E341-AAF947B9124B}"/>
              </a:ext>
            </a:extLst>
          </p:cNvPr>
          <p:cNvSpPr/>
          <p:nvPr/>
        </p:nvSpPr>
        <p:spPr>
          <a:xfrm>
            <a:off x="1069775" y="161940"/>
            <a:ext cx="779139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2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Implémentation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F71A7B8-9AA8-BCD1-3D14-4E924EFCFA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1784" y="1023714"/>
            <a:ext cx="5567839" cy="353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1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BE4B7-909F-BA79-F867-155F76B9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591CAC95-BC5E-F8C4-CE90-AE9406306881}"/>
              </a:ext>
            </a:extLst>
          </p:cNvPr>
          <p:cNvSpPr/>
          <p:nvPr/>
        </p:nvSpPr>
        <p:spPr>
          <a:xfrm>
            <a:off x="293218" y="115373"/>
            <a:ext cx="766174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06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7AFC82B9-8F4E-850D-3359-48AE7BAAE983}"/>
              </a:ext>
            </a:extLst>
          </p:cNvPr>
          <p:cNvSpPr/>
          <p:nvPr/>
        </p:nvSpPr>
        <p:spPr>
          <a:xfrm>
            <a:off x="1059392" y="153473"/>
            <a:ext cx="779139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Protocole expérimental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3CDF79-B8D6-803A-2A1B-B213F4938B47}"/>
              </a:ext>
            </a:extLst>
          </p:cNvPr>
          <p:cNvSpPr txBox="1"/>
          <p:nvPr/>
        </p:nvSpPr>
        <p:spPr>
          <a:xfrm>
            <a:off x="552150" y="1099914"/>
            <a:ext cx="417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Mesures.py</a:t>
            </a:r>
          </a:p>
        </p:txBody>
      </p:sp>
    </p:spTree>
    <p:extLst>
      <p:ext uri="{BB962C8B-B14F-4D97-AF65-F5344CB8AC3E}">
        <p14:creationId xmlns:p14="http://schemas.microsoft.com/office/powerpoint/2010/main" val="349831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62BA-9E6B-E3AA-C3B8-7E96EAC8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4B59DFC2-CF9D-3F11-99D3-6422EF1B1D24}"/>
              </a:ext>
            </a:extLst>
          </p:cNvPr>
          <p:cNvSpPr/>
          <p:nvPr/>
        </p:nvSpPr>
        <p:spPr>
          <a:xfrm>
            <a:off x="293218" y="115373"/>
            <a:ext cx="766174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06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53B055A5-9DF4-54E8-CADC-87E7A7A803C3}"/>
              </a:ext>
            </a:extLst>
          </p:cNvPr>
          <p:cNvSpPr/>
          <p:nvPr/>
        </p:nvSpPr>
        <p:spPr>
          <a:xfrm>
            <a:off x="1059392" y="153473"/>
            <a:ext cx="779139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Protocole expérimental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E3D3947-FD80-81EA-E409-2851AE2AC6ED}"/>
              </a:ext>
            </a:extLst>
          </p:cNvPr>
          <p:cNvSpPr txBox="1"/>
          <p:nvPr/>
        </p:nvSpPr>
        <p:spPr>
          <a:xfrm>
            <a:off x="552150" y="1099914"/>
            <a:ext cx="417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Dataset.py</a:t>
            </a:r>
          </a:p>
        </p:txBody>
      </p:sp>
    </p:spTree>
    <p:extLst>
      <p:ext uri="{BB962C8B-B14F-4D97-AF65-F5344CB8AC3E}">
        <p14:creationId xmlns:p14="http://schemas.microsoft.com/office/powerpoint/2010/main" val="2267004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7B5B-67A0-442C-2E6A-ABA7EDEA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93C41EDB-B8F3-54DE-A6E4-0060E35C360E}"/>
              </a:ext>
            </a:extLst>
          </p:cNvPr>
          <p:cNvSpPr/>
          <p:nvPr/>
        </p:nvSpPr>
        <p:spPr>
          <a:xfrm>
            <a:off x="250885" y="73652"/>
            <a:ext cx="798982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07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C69D5861-EF6D-F12D-554A-4E9D4081F180}"/>
              </a:ext>
            </a:extLst>
          </p:cNvPr>
          <p:cNvSpPr/>
          <p:nvPr/>
        </p:nvSpPr>
        <p:spPr>
          <a:xfrm>
            <a:off x="1049867" y="118102"/>
            <a:ext cx="779139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Résultats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206A6E6-54BC-30A7-7174-1E3587475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02" y="825988"/>
            <a:ext cx="2439436" cy="431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5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FCB98-91E3-AF70-F4C4-B41AD6F3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B45E707F-D6A4-B274-020F-4F9FCC8F16A8}"/>
              </a:ext>
            </a:extLst>
          </p:cNvPr>
          <p:cNvSpPr/>
          <p:nvPr/>
        </p:nvSpPr>
        <p:spPr>
          <a:xfrm>
            <a:off x="250885" y="73652"/>
            <a:ext cx="798982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07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FAB04CE8-B95C-415A-E33E-A9748E1202C2}"/>
              </a:ext>
            </a:extLst>
          </p:cNvPr>
          <p:cNvSpPr/>
          <p:nvPr/>
        </p:nvSpPr>
        <p:spPr>
          <a:xfrm>
            <a:off x="1049867" y="118102"/>
            <a:ext cx="779139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600" b="1" u="none" strike="noStrike" dirty="0">
                <a:solidFill>
                  <a:schemeClr val="dk2"/>
                </a:solidFill>
                <a:effectLst/>
                <a:uFillTx/>
                <a:latin typeface="IBM Plex Mono"/>
              </a:rPr>
              <a:t>Résultats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BDDB061-497B-131A-CC3A-E4D0E4CB5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334" y="785885"/>
            <a:ext cx="2460468" cy="435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21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8F21-CA31-5138-BA27-DBFF36FA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25557149-12B3-8A01-9AC9-705FA4F12DDB}"/>
              </a:ext>
            </a:extLst>
          </p:cNvPr>
          <p:cNvSpPr/>
          <p:nvPr/>
        </p:nvSpPr>
        <p:spPr>
          <a:xfrm>
            <a:off x="91256" y="104706"/>
            <a:ext cx="2285640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08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B715FCF4-25FC-7F96-56E9-3F8A5D8C24C3}"/>
              </a:ext>
            </a:extLst>
          </p:cNvPr>
          <p:cNvSpPr/>
          <p:nvPr/>
        </p:nvSpPr>
        <p:spPr>
          <a:xfrm>
            <a:off x="789278" y="182582"/>
            <a:ext cx="4976523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200" b="1" dirty="0">
                <a:solidFill>
                  <a:schemeClr val="dk2"/>
                </a:solidFill>
                <a:latin typeface="IBM Plex Mono"/>
              </a:rPr>
              <a:t>Discussion – Analyse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B77CED-22EE-8669-9F01-E438D2F6E1FF}"/>
              </a:ext>
            </a:extLst>
          </p:cNvPr>
          <p:cNvSpPr txBox="1"/>
          <p:nvPr/>
        </p:nvSpPr>
        <p:spPr>
          <a:xfrm>
            <a:off x="1357366" y="1301868"/>
            <a:ext cx="67437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L’impact de la mesure de similarité varie selon le jeu de données :</a:t>
            </a:r>
          </a:p>
          <a:p>
            <a:pPr algn="l"/>
            <a:r>
              <a:rPr lang="fr-FR" dirty="0">
                <a:latin typeface="pplxSerif"/>
              </a:rPr>
              <a:t>D</a:t>
            </a:r>
            <a:r>
              <a:rPr lang="fr-FR" b="0" i="0" dirty="0">
                <a:effectLst/>
                <a:latin typeface="pplxSerif"/>
              </a:rPr>
              <a:t>ataset 1 : classes séparées = faible impact</a:t>
            </a:r>
          </a:p>
          <a:p>
            <a:pPr algn="l"/>
            <a:r>
              <a:rPr lang="fr-FR" b="0" i="0" dirty="0">
                <a:effectLst/>
                <a:latin typeface="pplxSerif"/>
              </a:rPr>
              <a:t>Dataset 2 : complexe = effet significatif </a:t>
            </a:r>
          </a:p>
          <a:p>
            <a:pPr algn="l"/>
            <a:endParaRPr lang="fr-FR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Interaction marquée entre </a:t>
            </a:r>
            <a:r>
              <a:rPr lang="fr-FR" i="0" dirty="0">
                <a:effectLst/>
                <a:latin typeface="pplxSerif"/>
              </a:rPr>
              <a:t>valeur de k et type de distance :</a:t>
            </a:r>
          </a:p>
          <a:p>
            <a:pPr algn="l"/>
            <a:r>
              <a:rPr lang="fr-FR" b="0" i="0" dirty="0">
                <a:effectLst/>
                <a:latin typeface="pplxSerif"/>
              </a:rPr>
              <a:t>Petit </a:t>
            </a:r>
            <a:r>
              <a:rPr lang="fr-FR" b="0" i="0" dirty="0">
                <a:effectLst/>
                <a:latin typeface="pplxSansMono"/>
              </a:rPr>
              <a:t>k</a:t>
            </a:r>
            <a:r>
              <a:rPr lang="fr-FR" b="0" i="0" dirty="0">
                <a:effectLst/>
                <a:latin typeface="pplxSerif"/>
              </a:rPr>
              <a:t> </a:t>
            </a:r>
            <a:r>
              <a:rPr lang="fr-FR" dirty="0">
                <a:latin typeface="pplxSerif"/>
              </a:rPr>
              <a:t>: </a:t>
            </a:r>
            <a:r>
              <a:rPr lang="fr-FR" b="0" i="0" dirty="0">
                <a:effectLst/>
                <a:latin typeface="pplxSerif"/>
              </a:rPr>
              <a:t>capture la structure locale</a:t>
            </a:r>
          </a:p>
          <a:p>
            <a:pPr algn="l"/>
            <a:r>
              <a:rPr lang="fr-FR" b="0" i="0" dirty="0">
                <a:effectLst/>
                <a:latin typeface="pplxSerif"/>
              </a:rPr>
              <a:t>Grand </a:t>
            </a:r>
            <a:r>
              <a:rPr lang="fr-FR" b="0" i="0" dirty="0">
                <a:effectLst/>
                <a:latin typeface="pplxSansMono"/>
              </a:rPr>
              <a:t>k</a:t>
            </a:r>
            <a:r>
              <a:rPr lang="fr-FR" b="0" i="0" dirty="0">
                <a:effectLst/>
                <a:latin typeface="pplxSerif"/>
              </a:rPr>
              <a:t> : lisse les effets du bruit</a:t>
            </a:r>
          </a:p>
          <a:p>
            <a:pPr algn="l"/>
            <a:endParaRPr lang="fr-FR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La géométrie des données joue un rôle central dans le comportement des algorithmes à base de distance.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</p:txBody>
      </p:sp>
      <p:pic>
        <p:nvPicPr>
          <p:cNvPr id="5" name="Graphique 4" descr="Graphique à barres avec un remplissage uni">
            <a:extLst>
              <a:ext uri="{FF2B5EF4-FFF2-40B4-BE49-F238E27FC236}">
                <a16:creationId xmlns:a16="http://schemas.microsoft.com/office/drawing/2014/main" id="{E70F67EA-30EE-D2A1-3FEC-95C95E379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6468" y="104706"/>
            <a:ext cx="550332" cy="59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12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F31A-571B-04AD-8B66-3F879915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7FF43A19-D03B-78AF-905B-2B37F4EF3DD1}"/>
              </a:ext>
            </a:extLst>
          </p:cNvPr>
          <p:cNvSpPr/>
          <p:nvPr/>
        </p:nvSpPr>
        <p:spPr>
          <a:xfrm>
            <a:off x="91256" y="104706"/>
            <a:ext cx="2285640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08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3B428345-953A-EF3E-C2A8-079D9CE15AAD}"/>
              </a:ext>
            </a:extLst>
          </p:cNvPr>
          <p:cNvSpPr/>
          <p:nvPr/>
        </p:nvSpPr>
        <p:spPr>
          <a:xfrm>
            <a:off x="789278" y="182582"/>
            <a:ext cx="4976523" cy="646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200" b="1" dirty="0">
                <a:solidFill>
                  <a:schemeClr val="dk2"/>
                </a:solidFill>
                <a:latin typeface="IBM Plex Mono"/>
              </a:rPr>
              <a:t>Discussion – Analyse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Graphique 4" descr="Graphique à barres avec un remplissage uni">
            <a:extLst>
              <a:ext uri="{FF2B5EF4-FFF2-40B4-BE49-F238E27FC236}">
                <a16:creationId xmlns:a16="http://schemas.microsoft.com/office/drawing/2014/main" id="{1EF9D08C-AA19-39D0-51F9-A7A4F267D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6468" y="104706"/>
            <a:ext cx="550332" cy="59051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0B05880-1CD2-8B6E-3997-77F69830018F}"/>
              </a:ext>
            </a:extLst>
          </p:cNvPr>
          <p:cNvSpPr txBox="1"/>
          <p:nvPr/>
        </p:nvSpPr>
        <p:spPr>
          <a:xfrm>
            <a:off x="1438003" y="1667077"/>
            <a:ext cx="46185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k=3    k=5    k=7   k=10   k=15</a:t>
            </a:r>
          </a:p>
          <a:p>
            <a:r>
              <a:rPr lang="sv-SE" dirty="0"/>
              <a:t>Euclidienne 78%   79%    80%   79%    78%</a:t>
            </a:r>
          </a:p>
          <a:p>
            <a:r>
              <a:rPr lang="sv-SE" dirty="0"/>
              <a:t>Manhattan   76%   78%    81%  79%    77%</a:t>
            </a:r>
          </a:p>
          <a:p>
            <a:r>
              <a:rPr lang="sv-SE" dirty="0"/>
              <a:t>Minkowski   77%   80%    78%   76%    75%</a:t>
            </a:r>
          </a:p>
          <a:p>
            <a:endParaRPr lang="sv-SE" dirty="0"/>
          </a:p>
          <a:p>
            <a:r>
              <a:rPr lang="sv-SE" dirty="0"/>
              <a:t>Faire un nuage de point à partir de ça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2520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5DF0-88CC-3C10-1352-B4E0CB55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Rectangle 1380">
            <a:extLst>
              <a:ext uri="{FF2B5EF4-FFF2-40B4-BE49-F238E27FC236}">
                <a16:creationId xmlns:a16="http://schemas.microsoft.com/office/drawing/2014/main" id="{EB447B60-E913-E5A0-A70E-46CD262ECF83}"/>
              </a:ext>
            </a:extLst>
          </p:cNvPr>
          <p:cNvSpPr/>
          <p:nvPr/>
        </p:nvSpPr>
        <p:spPr>
          <a:xfrm>
            <a:off x="209790" y="102673"/>
            <a:ext cx="2285640" cy="7078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</a:t>
            </a:r>
            <a:r>
              <a:rPr lang="en-US" sz="4000" b="1" dirty="0">
                <a:solidFill>
                  <a:schemeClr val="dk2"/>
                </a:solidFill>
                <a:latin typeface="Calibri"/>
              </a:rPr>
              <a:t>9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34E5BBE2-D56A-C0D3-DA72-68037B5A29D7}"/>
              </a:ext>
            </a:extLst>
          </p:cNvPr>
          <p:cNvSpPr/>
          <p:nvPr/>
        </p:nvSpPr>
        <p:spPr>
          <a:xfrm>
            <a:off x="948266" y="195807"/>
            <a:ext cx="8407400" cy="6147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200" b="1" dirty="0">
                <a:solidFill>
                  <a:schemeClr val="dk2"/>
                </a:solidFill>
                <a:latin typeface="IBM Plex Mono"/>
              </a:rPr>
              <a:t>Conclusion – Perspectives 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074820-8204-FF48-2EE0-BB493A0CDE2E}"/>
              </a:ext>
            </a:extLst>
          </p:cNvPr>
          <p:cNvSpPr txBox="1"/>
          <p:nvPr/>
        </p:nvSpPr>
        <p:spPr>
          <a:xfrm>
            <a:off x="1587499" y="885042"/>
            <a:ext cx="59690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Le choix de la mesure de similarité </a:t>
            </a:r>
            <a:r>
              <a:rPr lang="fr-FR" b="1" i="0" dirty="0">
                <a:effectLst/>
                <a:latin typeface="pplxSerif"/>
              </a:rPr>
              <a:t>n’est pas universel</a:t>
            </a:r>
            <a:r>
              <a:rPr lang="fr-FR" b="0" i="0" dirty="0">
                <a:effectLst/>
                <a:latin typeface="pplxSerif"/>
              </a:rPr>
              <a:t> : il dépend fortement du type de données.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Nécessité d’un </a:t>
            </a:r>
            <a:r>
              <a:rPr lang="fr-FR" b="1" i="0" dirty="0">
                <a:effectLst/>
                <a:latin typeface="pplxSerif"/>
              </a:rPr>
              <a:t>protocole expérimental rigoureux </a:t>
            </a:r>
            <a:r>
              <a:rPr lang="fr-FR" b="0" i="0" dirty="0">
                <a:effectLst/>
                <a:latin typeface="pplxSerif"/>
              </a:rPr>
              <a:t>pour comparer les approches.</a:t>
            </a:r>
          </a:p>
          <a:p>
            <a:pPr algn="l"/>
            <a:endParaRPr lang="fr-FR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pplxSerif"/>
              </a:rPr>
              <a:t>Limites :</a:t>
            </a:r>
            <a:r>
              <a:rPr lang="fr-FR" b="0" i="0" dirty="0">
                <a:effectLst/>
                <a:latin typeface="pplxSerif"/>
              </a:rPr>
              <a:t> peu de jeux de données, seule l’</a:t>
            </a:r>
            <a:r>
              <a:rPr lang="fr-FR" b="0" i="0" dirty="0" err="1">
                <a:effectLst/>
                <a:latin typeface="pplxSerif"/>
              </a:rPr>
              <a:t>accuracy</a:t>
            </a:r>
            <a:r>
              <a:rPr lang="fr-FR" b="0" i="0" dirty="0">
                <a:effectLst/>
                <a:latin typeface="pplxSerif"/>
              </a:rPr>
              <a:t> utilisée.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pplxSerif"/>
              </a:rPr>
              <a:t>Pistes d’amélioration :</a:t>
            </a:r>
            <a:endParaRPr lang="fr-FR" b="0" i="0" dirty="0">
              <a:effectLst/>
              <a:latin typeface="pplx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Tester d’autres mesures de similarité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0" i="0" dirty="0">
                <a:effectLst/>
                <a:latin typeface="pplxSerif"/>
              </a:rPr>
              <a:t>Étendre l’étude à plus de </a:t>
            </a:r>
            <a:r>
              <a:rPr lang="fr-FR" b="0" i="0" dirty="0" err="1">
                <a:effectLst/>
                <a:latin typeface="pplxSerif"/>
              </a:rPr>
              <a:t>datasets</a:t>
            </a:r>
            <a:r>
              <a:rPr lang="fr-FR" b="0" i="0" dirty="0">
                <a:effectLst/>
                <a:latin typeface="pplxSerif"/>
              </a:rPr>
              <a:t> variés.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i="0" dirty="0">
                <a:effectLst/>
                <a:latin typeface="pplxSerif"/>
              </a:rPr>
              <a:t>Explorer l’apprentissage automatique d’une distance optimale.</a:t>
            </a:r>
            <a:br>
              <a:rPr lang="fr-FR" dirty="0"/>
            </a:b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CBE3337-B701-71BA-2B1C-6E3DCD26A8E7}"/>
              </a:ext>
            </a:extLst>
          </p:cNvPr>
          <p:cNvSpPr txBox="1"/>
          <p:nvPr/>
        </p:nvSpPr>
        <p:spPr>
          <a:xfrm>
            <a:off x="645582" y="4258458"/>
            <a:ext cx="7852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u="sng" dirty="0" err="1">
                <a:solidFill>
                  <a:srgbClr val="FF0000"/>
                </a:solidFill>
              </a:rPr>
              <a:t>Take</a:t>
            </a:r>
            <a:r>
              <a:rPr lang="fr-FR" sz="1600" b="1" i="1" u="sng" dirty="0">
                <a:solidFill>
                  <a:srgbClr val="FF0000"/>
                </a:solidFill>
              </a:rPr>
              <a:t> </a:t>
            </a:r>
            <a:r>
              <a:rPr lang="fr-FR" sz="1600" b="1" i="1" u="sng" dirty="0" err="1">
                <a:solidFill>
                  <a:srgbClr val="FF0000"/>
                </a:solidFill>
              </a:rPr>
              <a:t>away</a:t>
            </a:r>
            <a:r>
              <a:rPr lang="fr-FR" sz="1600" b="1" i="1" u="sng" dirty="0">
                <a:solidFill>
                  <a:srgbClr val="FF0000"/>
                </a:solidFill>
              </a:rPr>
              <a:t> : </a:t>
            </a:r>
            <a:r>
              <a:rPr lang="fr-FR" sz="1600" b="1" i="1" dirty="0">
                <a:solidFill>
                  <a:srgbClr val="FF0000"/>
                </a:solidFill>
              </a:rPr>
              <a:t>L’impact de la mesure de similarité dépend directement de la géométrie et de la complexité des données.  </a:t>
            </a:r>
          </a:p>
        </p:txBody>
      </p:sp>
    </p:spTree>
    <p:extLst>
      <p:ext uri="{BB962C8B-B14F-4D97-AF65-F5344CB8AC3E}">
        <p14:creationId xmlns:p14="http://schemas.microsoft.com/office/powerpoint/2010/main" val="4038280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16E236-F2F5-0892-6789-5EB3F636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80" y="1692735"/>
            <a:ext cx="7703640" cy="153624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dk2"/>
                </a:solidFill>
                <a:latin typeface="IBM Plex Mono"/>
              </a:rPr>
              <a:t>Merci pour votre écoute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0040275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3591</TotalTime>
  <Words>597</Words>
  <Application>Microsoft Office PowerPoint</Application>
  <PresentationFormat>Affichage à l'écran (16:9)</PresentationFormat>
  <Paragraphs>124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Courier New</vt:lpstr>
      <vt:lpstr>IBM Plex Mono</vt:lpstr>
      <vt:lpstr>OpenSymbol</vt:lpstr>
      <vt:lpstr>Poppins</vt:lpstr>
      <vt:lpstr>pplxSansMono</vt:lpstr>
      <vt:lpstr>pplxSerif</vt:lpstr>
      <vt:lpstr>Symbol</vt:lpstr>
      <vt:lpstr>Wingdings</vt:lpstr>
      <vt:lpstr>Introduction to Coding Workshop by Slidesgo</vt:lpstr>
      <vt:lpstr>Programmation Orientée Objet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écoute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Poussyina Hamouda</dc:creator>
  <cp:lastModifiedBy>Poussyina Hamouda</cp:lastModifiedBy>
  <cp:revision>5</cp:revision>
  <dcterms:modified xsi:type="dcterms:W3CDTF">2026-04-29T12:14:08Z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2026-02-12T10:27:08Z</dcterms:created>
  <dc:creator>Unknown Creator</dc:creator>
  <dc:description/>
  <dc:language>en-US</dc:language>
  <cp:lastModifiedBy>Unknown Creator</cp:lastModifiedBy>
  <dcterms:modified xsi:type="dcterms:W3CDTF">2026-02-12T10:27:08Z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